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9" r:id="rId1"/>
  </p:sldMasterIdLst>
  <p:sldIdLst>
    <p:sldId id="256" r:id="rId2"/>
    <p:sldId id="281" r:id="rId3"/>
    <p:sldId id="257" r:id="rId4"/>
    <p:sldId id="258" r:id="rId5"/>
    <p:sldId id="259" r:id="rId6"/>
    <p:sldId id="260" r:id="rId7"/>
    <p:sldId id="262" r:id="rId8"/>
    <p:sldId id="261"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5727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9441CE-D25C-F775-DB57-108A5954C647}" v="63" dt="2026-07-08T16:09:04.207"/>
    <p1510:client id="{4890F064-1EAB-2697-EC2C-B345CF43316D}" v="544" dt="2026-07-08T18:19:16.738"/>
    <p1510:client id="{D594EF73-6F9B-A9D2-8E20-1AD24183F7BB}" v="710" dt="2026-07-10T06:13:46.0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uka pallela" userId="437df7844ddeef9b" providerId="Windows Live" clId="Web-{2C8AED66-64CD-AED3-9FF7-352F39F6E695}"/>
    <pc:docChg chg="addSld modSld">
      <pc:chgData name="renuka pallela" userId="437df7844ddeef9b" providerId="Windows Live" clId="Web-{2C8AED66-64CD-AED3-9FF7-352F39F6E695}" dt="2026-07-05T16:05:01.360" v="175" actId="14100"/>
      <pc:docMkLst>
        <pc:docMk/>
      </pc:docMkLst>
      <pc:sldChg chg="modSp">
        <pc:chgData name="renuka pallela" userId="437df7844ddeef9b" providerId="Windows Live" clId="Web-{2C8AED66-64CD-AED3-9FF7-352F39F6E695}" dt="2026-07-05T15:33:49.947" v="22" actId="20577"/>
        <pc:sldMkLst>
          <pc:docMk/>
          <pc:sldMk cId="1778906613" sldId="258"/>
        </pc:sldMkLst>
        <pc:spChg chg="mod">
          <ac:chgData name="renuka pallela" userId="437df7844ddeef9b" providerId="Windows Live" clId="Web-{2C8AED66-64CD-AED3-9FF7-352F39F6E695}" dt="2026-07-05T15:33:49.947" v="22" actId="20577"/>
          <ac:spMkLst>
            <pc:docMk/>
            <pc:sldMk cId="1778906613" sldId="258"/>
            <ac:spMk id="3" creationId="{BB92F908-71F2-ACA1-12C6-AE1D8BA5DA6A}"/>
          </ac:spMkLst>
        </pc:spChg>
      </pc:sldChg>
      <pc:sldChg chg="addSp delSp modSp">
        <pc:chgData name="renuka pallela" userId="437df7844ddeef9b" providerId="Windows Live" clId="Web-{2C8AED66-64CD-AED3-9FF7-352F39F6E695}" dt="2026-07-05T15:48:43.168" v="92" actId="14100"/>
        <pc:sldMkLst>
          <pc:docMk/>
          <pc:sldMk cId="3673960322" sldId="266"/>
        </pc:sldMkLst>
        <pc:spChg chg="mod">
          <ac:chgData name="renuka pallela" userId="437df7844ddeef9b" providerId="Windows Live" clId="Web-{2C8AED66-64CD-AED3-9FF7-352F39F6E695}" dt="2026-07-05T15:37:49.815" v="31" actId="14100"/>
          <ac:spMkLst>
            <pc:docMk/>
            <pc:sldMk cId="3673960322" sldId="266"/>
            <ac:spMk id="2" creationId="{D90F0F61-D744-CB97-9BEF-6277240E71F1}"/>
          </ac:spMkLst>
        </pc:spChg>
        <pc:spChg chg="mod">
          <ac:chgData name="renuka pallela" userId="437df7844ddeef9b" providerId="Windows Live" clId="Web-{2C8AED66-64CD-AED3-9FF7-352F39F6E695}" dt="2026-07-05T15:42:39.216" v="41" actId="20577"/>
          <ac:spMkLst>
            <pc:docMk/>
            <pc:sldMk cId="3673960322" sldId="266"/>
            <ac:spMk id="4" creationId="{080E28A2-6CA0-BDC2-348F-050AF9A2B715}"/>
          </ac:spMkLst>
        </pc:spChg>
        <pc:picChg chg="add mod">
          <ac:chgData name="renuka pallela" userId="437df7844ddeef9b" providerId="Windows Live" clId="Web-{2C8AED66-64CD-AED3-9FF7-352F39F6E695}" dt="2026-07-05T15:44:23.580" v="62" actId="1076"/>
          <ac:picMkLst>
            <pc:docMk/>
            <pc:sldMk cId="3673960322" sldId="266"/>
            <ac:picMk id="7" creationId="{7CD1AFD6-AF6D-5A8E-3351-BEE3CC3CF8AE}"/>
          </ac:picMkLst>
        </pc:picChg>
        <pc:picChg chg="add mod">
          <ac:chgData name="renuka pallela" userId="437df7844ddeef9b" providerId="Windows Live" clId="Web-{2C8AED66-64CD-AED3-9FF7-352F39F6E695}" dt="2026-07-05T15:46:41.491" v="78" actId="1076"/>
          <ac:picMkLst>
            <pc:docMk/>
            <pc:sldMk cId="3673960322" sldId="266"/>
            <ac:picMk id="10" creationId="{A7A92008-753B-4BF7-F99E-F8498B1B66F2}"/>
          </ac:picMkLst>
        </pc:picChg>
      </pc:sldChg>
      <pc:sldChg chg="addSp delSp modSp new mod setBg">
        <pc:chgData name="renuka pallela" userId="437df7844ddeef9b" providerId="Windows Live" clId="Web-{2C8AED66-64CD-AED3-9FF7-352F39F6E695}" dt="2026-07-05T16:04:10.421" v="169"/>
        <pc:sldMkLst>
          <pc:docMk/>
          <pc:sldMk cId="1265329389" sldId="267"/>
        </pc:sldMkLst>
        <pc:spChg chg="mod">
          <ac:chgData name="renuka pallela" userId="437df7844ddeef9b" providerId="Windows Live" clId="Web-{2C8AED66-64CD-AED3-9FF7-352F39F6E695}" dt="2026-07-05T16:02:26.839" v="149" actId="20577"/>
          <ac:spMkLst>
            <pc:docMk/>
            <pc:sldMk cId="1265329389" sldId="267"/>
            <ac:spMk id="4" creationId="{44C1AC84-0346-FDCC-B34A-4CDBA128A26E}"/>
          </ac:spMkLst>
        </pc:spChg>
        <pc:spChg chg="add">
          <ac:chgData name="renuka pallela" userId="437df7844ddeef9b" providerId="Windows Live" clId="Web-{2C8AED66-64CD-AED3-9FF7-352F39F6E695}" dt="2026-07-05T15:53:50.898" v="94"/>
          <ac:spMkLst>
            <pc:docMk/>
            <pc:sldMk cId="1265329389" sldId="267"/>
            <ac:spMk id="9" creationId="{EFF9146B-4CCD-4CDB-AB9C-458005307E6F}"/>
          </ac:spMkLst>
        </pc:spChg>
        <pc:spChg chg="add">
          <ac:chgData name="renuka pallela" userId="437df7844ddeef9b" providerId="Windows Live" clId="Web-{2C8AED66-64CD-AED3-9FF7-352F39F6E695}" dt="2026-07-05T15:53:50.898" v="94"/>
          <ac:spMkLst>
            <pc:docMk/>
            <pc:sldMk cId="1265329389" sldId="267"/>
            <ac:spMk id="11" creationId="{5E1FEFA6-7D4F-4746-AE64-D4D52FE76DC2}"/>
          </ac:spMkLst>
        </pc:spChg>
        <pc:spChg chg="add">
          <ac:chgData name="renuka pallela" userId="437df7844ddeef9b" providerId="Windows Live" clId="Web-{2C8AED66-64CD-AED3-9FF7-352F39F6E695}" dt="2026-07-05T15:53:50.898" v="94"/>
          <ac:spMkLst>
            <pc:docMk/>
            <pc:sldMk cId="1265329389" sldId="267"/>
            <ac:spMk id="13" creationId="{BF8DA3CF-9D4B-403A-9AD4-BB177DAB6CC1}"/>
          </ac:spMkLst>
        </pc:spChg>
        <pc:graphicFrameChg chg="add mod modGraphic">
          <ac:chgData name="renuka pallela" userId="437df7844ddeef9b" providerId="Windows Live" clId="Web-{2C8AED66-64CD-AED3-9FF7-352F39F6E695}" dt="2026-07-05T16:04:10.421" v="169"/>
          <ac:graphicFrameMkLst>
            <pc:docMk/>
            <pc:sldMk cId="1265329389" sldId="267"/>
            <ac:graphicFrameMk id="7" creationId="{D74360C3-3E50-DA6D-763D-6AB5F2217F47}"/>
          </ac:graphicFrameMkLst>
        </pc:graphicFrameChg>
        <pc:picChg chg="add mod">
          <ac:chgData name="renuka pallela" userId="437df7844ddeef9b" providerId="Windows Live" clId="Web-{2C8AED66-64CD-AED3-9FF7-352F39F6E695}" dt="2026-07-05T16:01:46.228" v="118" actId="1076"/>
          <ac:picMkLst>
            <pc:docMk/>
            <pc:sldMk cId="1265329389" sldId="267"/>
            <ac:picMk id="5" creationId="{3B98CD0A-AABA-5B81-72E2-CB6887B00F3B}"/>
          </ac:picMkLst>
        </pc:picChg>
      </pc:sldChg>
      <pc:sldChg chg="addSp delSp modSp new mod setBg">
        <pc:chgData name="renuka pallela" userId="437df7844ddeef9b" providerId="Windows Live" clId="Web-{2C8AED66-64CD-AED3-9FF7-352F39F6E695}" dt="2026-07-05T16:05:01.360" v="175" actId="14100"/>
        <pc:sldMkLst>
          <pc:docMk/>
          <pc:sldMk cId="3442195420" sldId="268"/>
        </pc:sldMkLst>
        <pc:spChg chg="mod">
          <ac:chgData name="renuka pallela" userId="437df7844ddeef9b" providerId="Windows Live" clId="Web-{2C8AED66-64CD-AED3-9FF7-352F39F6E695}" dt="2026-07-05T16:05:01.360" v="175" actId="14100"/>
          <ac:spMkLst>
            <pc:docMk/>
            <pc:sldMk cId="3442195420" sldId="268"/>
            <ac:spMk id="4" creationId="{AB9D34F2-A8CF-B2AF-AC28-78DEE802D02D}"/>
          </ac:spMkLst>
        </pc:spChg>
        <pc:spChg chg="add">
          <ac:chgData name="renuka pallela" userId="437df7844ddeef9b" providerId="Windows Live" clId="Web-{2C8AED66-64CD-AED3-9FF7-352F39F6E695}" dt="2026-07-05T16:04:36.391" v="171"/>
          <ac:spMkLst>
            <pc:docMk/>
            <pc:sldMk cId="3442195420" sldId="268"/>
            <ac:spMk id="9" creationId="{EFF9146B-4CCD-4CDB-AB9C-458005307E6F}"/>
          </ac:spMkLst>
        </pc:spChg>
        <pc:spChg chg="add">
          <ac:chgData name="renuka pallela" userId="437df7844ddeef9b" providerId="Windows Live" clId="Web-{2C8AED66-64CD-AED3-9FF7-352F39F6E695}" dt="2026-07-05T16:04:36.391" v="171"/>
          <ac:spMkLst>
            <pc:docMk/>
            <pc:sldMk cId="3442195420" sldId="268"/>
            <ac:spMk id="11" creationId="{5E1FEFA6-7D4F-4746-AE64-D4D52FE76DC2}"/>
          </ac:spMkLst>
        </pc:spChg>
        <pc:spChg chg="add">
          <ac:chgData name="renuka pallela" userId="437df7844ddeef9b" providerId="Windows Live" clId="Web-{2C8AED66-64CD-AED3-9FF7-352F39F6E695}" dt="2026-07-05T16:04:36.391" v="171"/>
          <ac:spMkLst>
            <pc:docMk/>
            <pc:sldMk cId="3442195420" sldId="268"/>
            <ac:spMk id="13" creationId="{BF8DA3CF-9D4B-403A-9AD4-BB177DAB6CC1}"/>
          </ac:spMkLst>
        </pc:spChg>
      </pc:sldChg>
    </pc:docChg>
  </pc:docChgLst>
  <pc:docChgLst>
    <pc:chgData name="renuka pallela" userId="437df7844ddeef9b" providerId="Windows Live" clId="Web-{ADA0222A-117F-FF9C-5A78-DAEC35F8AF66}"/>
    <pc:docChg chg="addSld modSld">
      <pc:chgData name="renuka pallela" userId="437df7844ddeef9b" providerId="Windows Live" clId="Web-{ADA0222A-117F-FF9C-5A78-DAEC35F8AF66}" dt="2026-07-06T06:41:58.669" v="251"/>
      <pc:docMkLst>
        <pc:docMk/>
      </pc:docMkLst>
      <pc:sldChg chg="modSp">
        <pc:chgData name="renuka pallela" userId="437df7844ddeef9b" providerId="Windows Live" clId="Web-{ADA0222A-117F-FF9C-5A78-DAEC35F8AF66}" dt="2026-07-06T05:42:14.649" v="17" actId="20577"/>
        <pc:sldMkLst>
          <pc:docMk/>
          <pc:sldMk cId="3442195420" sldId="268"/>
        </pc:sldMkLst>
        <pc:spChg chg="mod">
          <ac:chgData name="renuka pallela" userId="437df7844ddeef9b" providerId="Windows Live" clId="Web-{ADA0222A-117F-FF9C-5A78-DAEC35F8AF66}" dt="2026-07-06T05:42:14.649" v="17" actId="20577"/>
          <ac:spMkLst>
            <pc:docMk/>
            <pc:sldMk cId="3442195420" sldId="268"/>
            <ac:spMk id="4" creationId="{AB9D34F2-A8CF-B2AF-AC28-78DEE802D02D}"/>
          </ac:spMkLst>
        </pc:spChg>
      </pc:sldChg>
      <pc:sldChg chg="addSp delSp modSp new mod setBg">
        <pc:chgData name="renuka pallela" userId="437df7844ddeef9b" providerId="Windows Live" clId="Web-{ADA0222A-117F-FF9C-5A78-DAEC35F8AF66}" dt="2026-07-06T06:01:25.785" v="59" actId="1076"/>
        <pc:sldMkLst>
          <pc:docMk/>
          <pc:sldMk cId="2940063022" sldId="269"/>
        </pc:sldMkLst>
        <pc:spChg chg="mod">
          <ac:chgData name="renuka pallela" userId="437df7844ddeef9b" providerId="Windows Live" clId="Web-{ADA0222A-117F-FF9C-5A78-DAEC35F8AF66}" dt="2026-07-06T05:53:05.827" v="35" actId="14100"/>
          <ac:spMkLst>
            <pc:docMk/>
            <pc:sldMk cId="2940063022" sldId="269"/>
            <ac:spMk id="2" creationId="{63B650EE-23E3-8E75-2B9E-7F76994930D1}"/>
          </ac:spMkLst>
        </pc:spChg>
        <pc:spChg chg="mod">
          <ac:chgData name="renuka pallela" userId="437df7844ddeef9b" providerId="Windows Live" clId="Web-{ADA0222A-117F-FF9C-5A78-DAEC35F8AF66}" dt="2026-07-06T05:58:23.736" v="46" actId="20577"/>
          <ac:spMkLst>
            <pc:docMk/>
            <pc:sldMk cId="2940063022" sldId="269"/>
            <ac:spMk id="4" creationId="{08EEC0F8-F97B-E5EA-AA85-BAFA68125F2F}"/>
          </ac:spMkLst>
        </pc:spChg>
        <pc:spChg chg="add">
          <ac:chgData name="renuka pallela" userId="437df7844ddeef9b" providerId="Windows Live" clId="Web-{ADA0222A-117F-FF9C-5A78-DAEC35F8AF66}" dt="2026-07-06T05:52:29.061" v="19"/>
          <ac:spMkLst>
            <pc:docMk/>
            <pc:sldMk cId="2940063022" sldId="269"/>
            <ac:spMk id="9" creationId="{EFF9146B-4CCD-4CDB-AB9C-458005307E6F}"/>
          </ac:spMkLst>
        </pc:spChg>
        <pc:spChg chg="add">
          <ac:chgData name="renuka pallela" userId="437df7844ddeef9b" providerId="Windows Live" clId="Web-{ADA0222A-117F-FF9C-5A78-DAEC35F8AF66}" dt="2026-07-06T05:52:29.061" v="19"/>
          <ac:spMkLst>
            <pc:docMk/>
            <pc:sldMk cId="2940063022" sldId="269"/>
            <ac:spMk id="11" creationId="{5E1FEFA6-7D4F-4746-AE64-D4D52FE76DC2}"/>
          </ac:spMkLst>
        </pc:spChg>
        <pc:spChg chg="add">
          <ac:chgData name="renuka pallela" userId="437df7844ddeef9b" providerId="Windows Live" clId="Web-{ADA0222A-117F-FF9C-5A78-DAEC35F8AF66}" dt="2026-07-06T05:52:29.061" v="19"/>
          <ac:spMkLst>
            <pc:docMk/>
            <pc:sldMk cId="2940063022" sldId="269"/>
            <ac:spMk id="13" creationId="{BF8DA3CF-9D4B-403A-9AD4-BB177DAB6CC1}"/>
          </ac:spMkLst>
        </pc:spChg>
        <pc:graphicFrameChg chg="add mod modGraphic">
          <ac:chgData name="renuka pallela" userId="437df7844ddeef9b" providerId="Windows Live" clId="Web-{ADA0222A-117F-FF9C-5A78-DAEC35F8AF66}" dt="2026-07-06T05:59:44.081" v="55"/>
          <ac:graphicFrameMkLst>
            <pc:docMk/>
            <pc:sldMk cId="2940063022" sldId="269"/>
            <ac:graphicFrameMk id="6" creationId="{6E838DA9-3EBB-CE19-EAD3-EA0EBB7EA552}"/>
          </ac:graphicFrameMkLst>
        </pc:graphicFrameChg>
        <pc:picChg chg="add mod">
          <ac:chgData name="renuka pallela" userId="437df7844ddeef9b" providerId="Windows Live" clId="Web-{ADA0222A-117F-FF9C-5A78-DAEC35F8AF66}" dt="2026-07-06T06:01:02.363" v="57" actId="14100"/>
          <ac:picMkLst>
            <pc:docMk/>
            <pc:sldMk cId="2940063022" sldId="269"/>
            <ac:picMk id="5" creationId="{58075F80-3CF0-FB67-406F-4EA3A8AD2D48}"/>
          </ac:picMkLst>
        </pc:picChg>
        <pc:picChg chg="add mod">
          <ac:chgData name="renuka pallela" userId="437df7844ddeef9b" providerId="Windows Live" clId="Web-{ADA0222A-117F-FF9C-5A78-DAEC35F8AF66}" dt="2026-07-06T06:01:25.785" v="59" actId="1076"/>
          <ac:picMkLst>
            <pc:docMk/>
            <pc:sldMk cId="2940063022" sldId="269"/>
            <ac:picMk id="7" creationId="{6907EA00-A6F0-A3D5-C7BA-64B3A0C0CB77}"/>
          </ac:picMkLst>
        </pc:picChg>
      </pc:sldChg>
      <pc:sldChg chg="addSp delSp modSp new mod setBg">
        <pc:chgData name="renuka pallela" userId="437df7844ddeef9b" providerId="Windows Live" clId="Web-{ADA0222A-117F-FF9C-5A78-DAEC35F8AF66}" dt="2026-07-06T06:41:58.669" v="251"/>
        <pc:sldMkLst>
          <pc:docMk/>
          <pc:sldMk cId="3911670401" sldId="270"/>
        </pc:sldMkLst>
        <pc:spChg chg="mod">
          <ac:chgData name="renuka pallela" userId="437df7844ddeef9b" providerId="Windows Live" clId="Web-{ADA0222A-117F-FF9C-5A78-DAEC35F8AF66}" dt="2026-07-06T06:03:34.537" v="86" actId="20577"/>
          <ac:spMkLst>
            <pc:docMk/>
            <pc:sldMk cId="3911670401" sldId="270"/>
            <ac:spMk id="2" creationId="{CA2060D9-970F-D4A1-3B1A-ED04DF227A5C}"/>
          </ac:spMkLst>
        </pc:spChg>
        <pc:spChg chg="mod">
          <ac:chgData name="renuka pallela" userId="437df7844ddeef9b" providerId="Windows Live" clId="Web-{ADA0222A-117F-FF9C-5A78-DAEC35F8AF66}" dt="2026-07-06T06:35:52.634" v="238" actId="20577"/>
          <ac:spMkLst>
            <pc:docMk/>
            <pc:sldMk cId="3911670401" sldId="270"/>
            <ac:spMk id="4" creationId="{0835230D-70F0-191C-FFD0-815B022CB8BE}"/>
          </ac:spMkLst>
        </pc:spChg>
        <pc:spChg chg="add">
          <ac:chgData name="renuka pallela" userId="437df7844ddeef9b" providerId="Windows Live" clId="Web-{ADA0222A-117F-FF9C-5A78-DAEC35F8AF66}" dt="2026-07-06T06:02:47.567" v="61"/>
          <ac:spMkLst>
            <pc:docMk/>
            <pc:sldMk cId="3911670401" sldId="270"/>
            <ac:spMk id="9" creationId="{EFF9146B-4CCD-4CDB-AB9C-458005307E6F}"/>
          </ac:spMkLst>
        </pc:spChg>
        <pc:spChg chg="add">
          <ac:chgData name="renuka pallela" userId="437df7844ddeef9b" providerId="Windows Live" clId="Web-{ADA0222A-117F-FF9C-5A78-DAEC35F8AF66}" dt="2026-07-06T06:02:47.567" v="61"/>
          <ac:spMkLst>
            <pc:docMk/>
            <pc:sldMk cId="3911670401" sldId="270"/>
            <ac:spMk id="11" creationId="{5E1FEFA6-7D4F-4746-AE64-D4D52FE76DC2}"/>
          </ac:spMkLst>
        </pc:spChg>
        <pc:spChg chg="add">
          <ac:chgData name="renuka pallela" userId="437df7844ddeef9b" providerId="Windows Live" clId="Web-{ADA0222A-117F-FF9C-5A78-DAEC35F8AF66}" dt="2026-07-06T06:02:47.567" v="61"/>
          <ac:spMkLst>
            <pc:docMk/>
            <pc:sldMk cId="3911670401" sldId="270"/>
            <ac:spMk id="13" creationId="{BF8DA3CF-9D4B-403A-9AD4-BB177DAB6CC1}"/>
          </ac:spMkLst>
        </pc:spChg>
      </pc:sldChg>
    </pc:docChg>
  </pc:docChgLst>
  <pc:docChgLst>
    <pc:chgData name="renuka pallela" userId="437df7844ddeef9b" providerId="Windows Live" clId="Web-{97EF357E-CDA6-12CE-132B-ACCF84B305CC}"/>
    <pc:docChg chg="addSld modSld">
      <pc:chgData name="renuka pallela" userId="437df7844ddeef9b" providerId="Windows Live" clId="Web-{97EF357E-CDA6-12CE-132B-ACCF84B305CC}" dt="2026-07-05T06:00:03.450" v="806" actId="20577"/>
      <pc:docMkLst>
        <pc:docMk/>
      </pc:docMkLst>
      <pc:sldChg chg="addSp modSp">
        <pc:chgData name="renuka pallela" userId="437df7844ddeef9b" providerId="Windows Live" clId="Web-{97EF357E-CDA6-12CE-132B-ACCF84B305CC}" dt="2026-07-05T04:51:31.019" v="239"/>
        <pc:sldMkLst>
          <pc:docMk/>
          <pc:sldMk cId="389673340" sldId="263"/>
        </pc:sldMkLst>
        <pc:spChg chg="mod">
          <ac:chgData name="renuka pallela" userId="437df7844ddeef9b" providerId="Windows Live" clId="Web-{97EF357E-CDA6-12CE-132B-ACCF84B305CC}" dt="2026-07-05T04:28:45.101" v="0" actId="20577"/>
          <ac:spMkLst>
            <pc:docMk/>
            <pc:sldMk cId="389673340" sldId="263"/>
            <ac:spMk id="2" creationId="{567C1496-F80C-CDEA-FE9D-D19D2816BC4A}"/>
          </ac:spMkLst>
        </pc:spChg>
        <pc:spChg chg="mod">
          <ac:chgData name="renuka pallela" userId="437df7844ddeef9b" providerId="Windows Live" clId="Web-{97EF357E-CDA6-12CE-132B-ACCF84B305CC}" dt="2026-07-05T04:39:26.606" v="65" actId="20577"/>
          <ac:spMkLst>
            <pc:docMk/>
            <pc:sldMk cId="389673340" sldId="263"/>
            <ac:spMk id="4" creationId="{B963925F-CB7F-FA17-1B38-8F98BE65BA9B}"/>
          </ac:spMkLst>
        </pc:spChg>
        <pc:graphicFrameChg chg="add mod modGraphic">
          <ac:chgData name="renuka pallela" userId="437df7844ddeef9b" providerId="Windows Live" clId="Web-{97EF357E-CDA6-12CE-132B-ACCF84B305CC}" dt="2026-07-05T04:51:31.019" v="239"/>
          <ac:graphicFrameMkLst>
            <pc:docMk/>
            <pc:sldMk cId="389673340" sldId="263"/>
            <ac:graphicFrameMk id="6" creationId="{E0A288FA-21E4-E924-F83D-00CBC7D1A289}"/>
          </ac:graphicFrameMkLst>
        </pc:graphicFrameChg>
        <pc:picChg chg="add mod">
          <ac:chgData name="renuka pallela" userId="437df7844ddeef9b" providerId="Windows Live" clId="Web-{97EF357E-CDA6-12CE-132B-ACCF84B305CC}" dt="2026-07-05T04:36:55.762" v="36" actId="1076"/>
          <ac:picMkLst>
            <pc:docMk/>
            <pc:sldMk cId="389673340" sldId="263"/>
            <ac:picMk id="3" creationId="{1B970AA1-0FFC-AFCA-08B1-A7FC13CEEF4C}"/>
          </ac:picMkLst>
        </pc:picChg>
        <pc:picChg chg="add mod">
          <ac:chgData name="renuka pallela" userId="437df7844ddeef9b" providerId="Windows Live" clId="Web-{97EF357E-CDA6-12CE-132B-ACCF84B305CC}" dt="2026-07-05T04:41:09.513" v="69" actId="14100"/>
          <ac:picMkLst>
            <pc:docMk/>
            <pc:sldMk cId="389673340" sldId="263"/>
            <ac:picMk id="5" creationId="{D8903D83-9081-58C6-808D-D1BBFA8A62B8}"/>
          </ac:picMkLst>
        </pc:picChg>
      </pc:sldChg>
      <pc:sldChg chg="addSp delSp modSp new mod setBg">
        <pc:chgData name="renuka pallela" userId="437df7844ddeef9b" providerId="Windows Live" clId="Web-{97EF357E-CDA6-12CE-132B-ACCF84B305CC}" dt="2026-07-05T05:47:32.359" v="565" actId="1076"/>
        <pc:sldMkLst>
          <pc:docMk/>
          <pc:sldMk cId="450867456" sldId="264"/>
        </pc:sldMkLst>
        <pc:spChg chg="mod">
          <ac:chgData name="renuka pallela" userId="437df7844ddeef9b" providerId="Windows Live" clId="Web-{97EF357E-CDA6-12CE-132B-ACCF84B305CC}" dt="2026-07-05T05:42:21.595" v="348" actId="14100"/>
          <ac:spMkLst>
            <pc:docMk/>
            <pc:sldMk cId="450867456" sldId="264"/>
            <ac:spMk id="4" creationId="{B6C839AA-E34D-D1D4-0CC6-0814FED9D2D5}"/>
          </ac:spMkLst>
        </pc:spChg>
        <pc:spChg chg="add">
          <ac:chgData name="renuka pallela" userId="437df7844ddeef9b" providerId="Windows Live" clId="Web-{97EF357E-CDA6-12CE-132B-ACCF84B305CC}" dt="2026-07-05T04:54:20.988" v="241"/>
          <ac:spMkLst>
            <pc:docMk/>
            <pc:sldMk cId="450867456" sldId="264"/>
            <ac:spMk id="9" creationId="{EFF9146B-4CCD-4CDB-AB9C-458005307E6F}"/>
          </ac:spMkLst>
        </pc:spChg>
        <pc:spChg chg="add">
          <ac:chgData name="renuka pallela" userId="437df7844ddeef9b" providerId="Windows Live" clId="Web-{97EF357E-CDA6-12CE-132B-ACCF84B305CC}" dt="2026-07-05T04:54:20.988" v="241"/>
          <ac:spMkLst>
            <pc:docMk/>
            <pc:sldMk cId="450867456" sldId="264"/>
            <ac:spMk id="11" creationId="{5E1FEFA6-7D4F-4746-AE64-D4D52FE76DC2}"/>
          </ac:spMkLst>
        </pc:spChg>
        <pc:spChg chg="add">
          <ac:chgData name="renuka pallela" userId="437df7844ddeef9b" providerId="Windows Live" clId="Web-{97EF357E-CDA6-12CE-132B-ACCF84B305CC}" dt="2026-07-05T04:54:20.988" v="241"/>
          <ac:spMkLst>
            <pc:docMk/>
            <pc:sldMk cId="450867456" sldId="264"/>
            <ac:spMk id="13" creationId="{BF8DA3CF-9D4B-403A-9AD4-BB177DAB6CC1}"/>
          </ac:spMkLst>
        </pc:spChg>
        <pc:graphicFrameChg chg="add mod modGraphic">
          <ac:chgData name="renuka pallela" userId="437df7844ddeef9b" providerId="Windows Live" clId="Web-{97EF357E-CDA6-12CE-132B-ACCF84B305CC}" dt="2026-07-05T05:47:13.794" v="563"/>
          <ac:graphicFrameMkLst>
            <pc:docMk/>
            <pc:sldMk cId="450867456" sldId="264"/>
            <ac:graphicFrameMk id="6" creationId="{CDE11C78-0420-7982-394B-4B6ACFCE23E5}"/>
          </ac:graphicFrameMkLst>
        </pc:graphicFrameChg>
        <pc:picChg chg="add mod">
          <ac:chgData name="renuka pallela" userId="437df7844ddeef9b" providerId="Windows Live" clId="Web-{97EF357E-CDA6-12CE-132B-ACCF84B305CC}" dt="2026-07-05T05:37:52.866" v="277" actId="14100"/>
          <ac:picMkLst>
            <pc:docMk/>
            <pc:sldMk cId="450867456" sldId="264"/>
            <ac:picMk id="2" creationId="{855264C6-79E0-3398-45A8-4CC576321E23}"/>
          </ac:picMkLst>
        </pc:picChg>
        <pc:picChg chg="add mod">
          <ac:chgData name="renuka pallela" userId="437df7844ddeef9b" providerId="Windows Live" clId="Web-{97EF357E-CDA6-12CE-132B-ACCF84B305CC}" dt="2026-07-05T05:38:48.556" v="283" actId="14100"/>
          <ac:picMkLst>
            <pc:docMk/>
            <pc:sldMk cId="450867456" sldId="264"/>
            <ac:picMk id="3" creationId="{6BF5A066-1AA3-34E7-C71D-CC290557EEA5}"/>
          </ac:picMkLst>
        </pc:picChg>
        <pc:picChg chg="add mod">
          <ac:chgData name="renuka pallela" userId="437df7844ddeef9b" providerId="Windows Live" clId="Web-{97EF357E-CDA6-12CE-132B-ACCF84B305CC}" dt="2026-07-05T05:47:32.359" v="565" actId="1076"/>
          <ac:picMkLst>
            <pc:docMk/>
            <pc:sldMk cId="450867456" sldId="264"/>
            <ac:picMk id="5" creationId="{70EFF3AB-9131-61C7-258F-652AE68F67F1}"/>
          </ac:picMkLst>
        </pc:picChg>
      </pc:sldChg>
      <pc:sldChg chg="addSp delSp modSp new mod setBg">
        <pc:chgData name="renuka pallela" userId="437df7844ddeef9b" providerId="Windows Live" clId="Web-{97EF357E-CDA6-12CE-132B-ACCF84B305CC}" dt="2026-07-05T05:58:49.682" v="794"/>
        <pc:sldMkLst>
          <pc:docMk/>
          <pc:sldMk cId="4215527481" sldId="265"/>
        </pc:sldMkLst>
        <pc:spChg chg="mod">
          <ac:chgData name="renuka pallela" userId="437df7844ddeef9b" providerId="Windows Live" clId="Web-{97EF357E-CDA6-12CE-132B-ACCF84B305CC}" dt="2026-07-05T05:51:18.336" v="611" actId="20577"/>
          <ac:spMkLst>
            <pc:docMk/>
            <pc:sldMk cId="4215527481" sldId="265"/>
            <ac:spMk id="4" creationId="{62402343-C0D4-58BF-D696-E727BB04AE7A}"/>
          </ac:spMkLst>
        </pc:spChg>
        <pc:spChg chg="add">
          <ac:chgData name="renuka pallela" userId="437df7844ddeef9b" providerId="Windows Live" clId="Web-{97EF357E-CDA6-12CE-132B-ACCF84B305CC}" dt="2026-07-05T05:48:18.438" v="567"/>
          <ac:spMkLst>
            <pc:docMk/>
            <pc:sldMk cId="4215527481" sldId="265"/>
            <ac:spMk id="9" creationId="{EFF9146B-4CCD-4CDB-AB9C-458005307E6F}"/>
          </ac:spMkLst>
        </pc:spChg>
        <pc:spChg chg="add">
          <ac:chgData name="renuka pallela" userId="437df7844ddeef9b" providerId="Windows Live" clId="Web-{97EF357E-CDA6-12CE-132B-ACCF84B305CC}" dt="2026-07-05T05:48:18.438" v="567"/>
          <ac:spMkLst>
            <pc:docMk/>
            <pc:sldMk cId="4215527481" sldId="265"/>
            <ac:spMk id="11" creationId="{5E1FEFA6-7D4F-4746-AE64-D4D52FE76DC2}"/>
          </ac:spMkLst>
        </pc:spChg>
        <pc:spChg chg="add">
          <ac:chgData name="renuka pallela" userId="437df7844ddeef9b" providerId="Windows Live" clId="Web-{97EF357E-CDA6-12CE-132B-ACCF84B305CC}" dt="2026-07-05T05:48:18.438" v="567"/>
          <ac:spMkLst>
            <pc:docMk/>
            <pc:sldMk cId="4215527481" sldId="265"/>
            <ac:spMk id="13" creationId="{BF8DA3CF-9D4B-403A-9AD4-BB177DAB6CC1}"/>
          </ac:spMkLst>
        </pc:spChg>
        <pc:graphicFrameChg chg="add mod modGraphic">
          <ac:chgData name="renuka pallela" userId="437df7844ddeef9b" providerId="Windows Live" clId="Web-{97EF357E-CDA6-12CE-132B-ACCF84B305CC}" dt="2026-07-05T05:58:49.682" v="794"/>
          <ac:graphicFrameMkLst>
            <pc:docMk/>
            <pc:sldMk cId="4215527481" sldId="265"/>
            <ac:graphicFrameMk id="8" creationId="{DA5235BE-6C3C-E578-ACB6-995886EF0CA5}"/>
          </ac:graphicFrameMkLst>
        </pc:graphicFrameChg>
        <pc:picChg chg="add mod">
          <ac:chgData name="renuka pallela" userId="437df7844ddeef9b" providerId="Windows Live" clId="Web-{97EF357E-CDA6-12CE-132B-ACCF84B305CC}" dt="2026-07-05T05:53:38.982" v="632" actId="14100"/>
          <ac:picMkLst>
            <pc:docMk/>
            <pc:sldMk cId="4215527481" sldId="265"/>
            <ac:picMk id="5" creationId="{7D977FF5-E284-CB4A-19C8-0368B272A80A}"/>
          </ac:picMkLst>
        </pc:picChg>
        <pc:picChg chg="add mod">
          <ac:chgData name="renuka pallela" userId="437df7844ddeef9b" providerId="Windows Live" clId="Web-{97EF357E-CDA6-12CE-132B-ACCF84B305CC}" dt="2026-07-05T05:53:58.827" v="635" actId="14100"/>
          <ac:picMkLst>
            <pc:docMk/>
            <pc:sldMk cId="4215527481" sldId="265"/>
            <ac:picMk id="6" creationId="{904E4B1A-8E44-111C-FE8B-26E0AA462C2A}"/>
          </ac:picMkLst>
        </pc:picChg>
        <pc:picChg chg="add mod">
          <ac:chgData name="renuka pallela" userId="437df7844ddeef9b" providerId="Windows Live" clId="Web-{97EF357E-CDA6-12CE-132B-ACCF84B305CC}" dt="2026-07-05T05:54:26.797" v="641" actId="14100"/>
          <ac:picMkLst>
            <pc:docMk/>
            <pc:sldMk cId="4215527481" sldId="265"/>
            <ac:picMk id="7" creationId="{2BD0196A-40F3-DBAA-D453-0ACF33BD5D5B}"/>
          </ac:picMkLst>
        </pc:picChg>
      </pc:sldChg>
      <pc:sldChg chg="addSp delSp modSp new mod setBg">
        <pc:chgData name="renuka pallela" userId="437df7844ddeef9b" providerId="Windows Live" clId="Web-{97EF357E-CDA6-12CE-132B-ACCF84B305CC}" dt="2026-07-05T06:00:03.450" v="806" actId="20577"/>
        <pc:sldMkLst>
          <pc:docMk/>
          <pc:sldMk cId="3673960322" sldId="266"/>
        </pc:sldMkLst>
        <pc:spChg chg="mod">
          <ac:chgData name="renuka pallela" userId="437df7844ddeef9b" providerId="Windows Live" clId="Web-{97EF357E-CDA6-12CE-132B-ACCF84B305CC}" dt="2026-07-05T06:00:03.450" v="806" actId="20577"/>
          <ac:spMkLst>
            <pc:docMk/>
            <pc:sldMk cId="3673960322" sldId="266"/>
            <ac:spMk id="2" creationId="{D90F0F61-D744-CB97-9BEF-6277240E71F1}"/>
          </ac:spMkLst>
        </pc:spChg>
        <pc:spChg chg="mod">
          <ac:chgData name="renuka pallela" userId="437df7844ddeef9b" providerId="Windows Live" clId="Web-{97EF357E-CDA6-12CE-132B-ACCF84B305CC}" dt="2026-07-05T05:59:26.418" v="796"/>
          <ac:spMkLst>
            <pc:docMk/>
            <pc:sldMk cId="3673960322" sldId="266"/>
            <ac:spMk id="4" creationId="{080E28A2-6CA0-BDC2-348F-050AF9A2B715}"/>
          </ac:spMkLst>
        </pc:spChg>
        <pc:spChg chg="add">
          <ac:chgData name="renuka pallela" userId="437df7844ddeef9b" providerId="Windows Live" clId="Web-{97EF357E-CDA6-12CE-132B-ACCF84B305CC}" dt="2026-07-05T05:59:26.418" v="796"/>
          <ac:spMkLst>
            <pc:docMk/>
            <pc:sldMk cId="3673960322" sldId="266"/>
            <ac:spMk id="9" creationId="{EFF9146B-4CCD-4CDB-AB9C-458005307E6F}"/>
          </ac:spMkLst>
        </pc:spChg>
        <pc:spChg chg="add">
          <ac:chgData name="renuka pallela" userId="437df7844ddeef9b" providerId="Windows Live" clId="Web-{97EF357E-CDA6-12CE-132B-ACCF84B305CC}" dt="2026-07-05T05:59:26.418" v="796"/>
          <ac:spMkLst>
            <pc:docMk/>
            <pc:sldMk cId="3673960322" sldId="266"/>
            <ac:spMk id="11" creationId="{5E1FEFA6-7D4F-4746-AE64-D4D52FE76DC2}"/>
          </ac:spMkLst>
        </pc:spChg>
        <pc:spChg chg="add">
          <ac:chgData name="renuka pallela" userId="437df7844ddeef9b" providerId="Windows Live" clId="Web-{97EF357E-CDA6-12CE-132B-ACCF84B305CC}" dt="2026-07-05T05:59:26.418" v="796"/>
          <ac:spMkLst>
            <pc:docMk/>
            <pc:sldMk cId="3673960322" sldId="266"/>
            <ac:spMk id="13" creationId="{BF8DA3CF-9D4B-403A-9AD4-BB177DAB6CC1}"/>
          </ac:spMkLst>
        </pc:spChg>
      </pc:sldChg>
    </pc:docChg>
  </pc:docChgLst>
  <pc:docChgLst>
    <pc:chgData name="renuka pallela" userId="437df7844ddeef9b" providerId="Windows Live" clId="Web-{64E330A1-8690-6A46-01EF-26E42A36031B}"/>
    <pc:docChg chg="addSld modSld addMainMaster delMainMaster">
      <pc:chgData name="renuka pallela" userId="437df7844ddeef9b" providerId="Windows Live" clId="Web-{64E330A1-8690-6A46-01EF-26E42A36031B}" dt="2026-07-04T13:58:40.506" v="533"/>
      <pc:docMkLst>
        <pc:docMk/>
      </pc:docMkLst>
      <pc:sldChg chg="addSp delSp modSp mod setBg modClrScheme chgLayout">
        <pc:chgData name="renuka pallela" userId="437df7844ddeef9b" providerId="Windows Live" clId="Web-{64E330A1-8690-6A46-01EF-26E42A36031B}" dt="2026-07-04T11:12:26.228" v="152" actId="20577"/>
        <pc:sldMkLst>
          <pc:docMk/>
          <pc:sldMk cId="109857222" sldId="256"/>
        </pc:sldMkLst>
        <pc:spChg chg="mod">
          <ac:chgData name="renuka pallela" userId="437df7844ddeef9b" providerId="Windows Live" clId="Web-{64E330A1-8690-6A46-01EF-26E42A36031B}" dt="2026-07-04T11:12:26.228" v="152" actId="20577"/>
          <ac:spMkLst>
            <pc:docMk/>
            <pc:sldMk cId="109857222" sldId="256"/>
            <ac:spMk id="2" creationId="{00000000-0000-0000-0000-000000000000}"/>
          </ac:spMkLst>
        </pc:spChg>
        <pc:spChg chg="add">
          <ac:chgData name="renuka pallela" userId="437df7844ddeef9b" providerId="Windows Live" clId="Web-{64E330A1-8690-6A46-01EF-26E42A36031B}" dt="2026-07-04T10:56:08.168" v="5"/>
          <ac:spMkLst>
            <pc:docMk/>
            <pc:sldMk cId="109857222" sldId="256"/>
            <ac:spMk id="17" creationId="{99485AE2-6BE9-4DCA-A6C4-83F4EEFCCCC0}"/>
          </ac:spMkLst>
        </pc:spChg>
        <pc:spChg chg="add">
          <ac:chgData name="renuka pallela" userId="437df7844ddeef9b" providerId="Windows Live" clId="Web-{64E330A1-8690-6A46-01EF-26E42A36031B}" dt="2026-07-04T10:56:08.168" v="5"/>
          <ac:spMkLst>
            <pc:docMk/>
            <pc:sldMk cId="109857222" sldId="256"/>
            <ac:spMk id="19" creationId="{65BA7CAF-5EE9-4EEE-9E12-B2CECCB94D62}"/>
          </ac:spMkLst>
        </pc:spChg>
        <pc:spChg chg="add">
          <ac:chgData name="renuka pallela" userId="437df7844ddeef9b" providerId="Windows Live" clId="Web-{64E330A1-8690-6A46-01EF-26E42A36031B}" dt="2026-07-04T10:56:08.168" v="5"/>
          <ac:spMkLst>
            <pc:docMk/>
            <pc:sldMk cId="109857222" sldId="256"/>
            <ac:spMk id="21" creationId="{EC199F73-795E-469A-AF4B-13FA2C7AB76F}"/>
          </ac:spMkLst>
        </pc:spChg>
      </pc:sldChg>
      <pc:sldChg chg="addSp delSp modSp new mod setBg">
        <pc:chgData name="renuka pallela" userId="437df7844ddeef9b" providerId="Windows Live" clId="Web-{64E330A1-8690-6A46-01EF-26E42A36031B}" dt="2026-07-04T11:17:44.993" v="183"/>
        <pc:sldMkLst>
          <pc:docMk/>
          <pc:sldMk cId="1579975049" sldId="257"/>
        </pc:sldMkLst>
        <pc:spChg chg="mod">
          <ac:chgData name="renuka pallela" userId="437df7844ddeef9b" providerId="Windows Live" clId="Web-{64E330A1-8690-6A46-01EF-26E42A36031B}" dt="2026-07-04T11:17:44.993" v="183"/>
          <ac:spMkLst>
            <pc:docMk/>
            <pc:sldMk cId="1579975049" sldId="257"/>
            <ac:spMk id="2" creationId="{0B653B6C-9603-F2C5-EBAF-7928A8731026}"/>
          </ac:spMkLst>
        </pc:spChg>
        <pc:spChg chg="mod">
          <ac:chgData name="renuka pallela" userId="437df7844ddeef9b" providerId="Windows Live" clId="Web-{64E330A1-8690-6A46-01EF-26E42A36031B}" dt="2026-07-04T11:17:44.993" v="183"/>
          <ac:spMkLst>
            <pc:docMk/>
            <pc:sldMk cId="1579975049" sldId="257"/>
            <ac:spMk id="3" creationId="{08B0EE05-128C-BB8C-5B71-85C5BB445118}"/>
          </ac:spMkLst>
        </pc:spChg>
        <pc:spChg chg="add">
          <ac:chgData name="renuka pallela" userId="437df7844ddeef9b" providerId="Windows Live" clId="Web-{64E330A1-8690-6A46-01EF-26E42A36031B}" dt="2026-07-04T11:17:44.993" v="183"/>
          <ac:spMkLst>
            <pc:docMk/>
            <pc:sldMk cId="1579975049" sldId="257"/>
            <ac:spMk id="17" creationId="{EFF9146B-4CCD-4CDB-AB9C-458005307E6F}"/>
          </ac:spMkLst>
        </pc:spChg>
        <pc:spChg chg="add">
          <ac:chgData name="renuka pallela" userId="437df7844ddeef9b" providerId="Windows Live" clId="Web-{64E330A1-8690-6A46-01EF-26E42A36031B}" dt="2026-07-04T11:17:44.993" v="183"/>
          <ac:spMkLst>
            <pc:docMk/>
            <pc:sldMk cId="1579975049" sldId="257"/>
            <ac:spMk id="19" creationId="{5E1FEFA6-7D4F-4746-AE64-D4D52FE76DC2}"/>
          </ac:spMkLst>
        </pc:spChg>
        <pc:spChg chg="add">
          <ac:chgData name="renuka pallela" userId="437df7844ddeef9b" providerId="Windows Live" clId="Web-{64E330A1-8690-6A46-01EF-26E42A36031B}" dt="2026-07-04T11:17:44.993" v="183"/>
          <ac:spMkLst>
            <pc:docMk/>
            <pc:sldMk cId="1579975049" sldId="257"/>
            <ac:spMk id="21" creationId="{BF8DA3CF-9D4B-403A-9AD4-BB177DAB6CC1}"/>
          </ac:spMkLst>
        </pc:spChg>
      </pc:sldChg>
      <pc:sldChg chg="addSp modSp new mod setBg">
        <pc:chgData name="renuka pallela" userId="437df7844ddeef9b" providerId="Windows Live" clId="Web-{64E330A1-8690-6A46-01EF-26E42A36031B}" dt="2026-07-04T11:23:24.683" v="220" actId="20577"/>
        <pc:sldMkLst>
          <pc:docMk/>
          <pc:sldMk cId="1778906613" sldId="258"/>
        </pc:sldMkLst>
        <pc:spChg chg="mod">
          <ac:chgData name="renuka pallela" userId="437df7844ddeef9b" providerId="Windows Live" clId="Web-{64E330A1-8690-6A46-01EF-26E42A36031B}" dt="2026-07-04T11:19:29.078" v="196" actId="20577"/>
          <ac:spMkLst>
            <pc:docMk/>
            <pc:sldMk cId="1778906613" sldId="258"/>
            <ac:spMk id="2" creationId="{B2937C42-0A14-CD1A-C579-F9DDBF19D856}"/>
          </ac:spMkLst>
        </pc:spChg>
        <pc:spChg chg="mod">
          <ac:chgData name="renuka pallela" userId="437df7844ddeef9b" providerId="Windows Live" clId="Web-{64E330A1-8690-6A46-01EF-26E42A36031B}" dt="2026-07-04T11:23:24.683" v="220" actId="20577"/>
          <ac:spMkLst>
            <pc:docMk/>
            <pc:sldMk cId="1778906613" sldId="258"/>
            <ac:spMk id="3" creationId="{BB92F908-71F2-ACA1-12C6-AE1D8BA5DA6A}"/>
          </ac:spMkLst>
        </pc:spChg>
        <pc:spChg chg="add">
          <ac:chgData name="renuka pallela" userId="437df7844ddeef9b" providerId="Windows Live" clId="Web-{64E330A1-8690-6A46-01EF-26E42A36031B}" dt="2026-07-04T11:19:01.687" v="195"/>
          <ac:spMkLst>
            <pc:docMk/>
            <pc:sldMk cId="1778906613" sldId="258"/>
            <ac:spMk id="8" creationId="{EFF9146B-4CCD-4CDB-AB9C-458005307E6F}"/>
          </ac:spMkLst>
        </pc:spChg>
        <pc:spChg chg="add">
          <ac:chgData name="renuka pallela" userId="437df7844ddeef9b" providerId="Windows Live" clId="Web-{64E330A1-8690-6A46-01EF-26E42A36031B}" dt="2026-07-04T11:19:01.687" v="195"/>
          <ac:spMkLst>
            <pc:docMk/>
            <pc:sldMk cId="1778906613" sldId="258"/>
            <ac:spMk id="10" creationId="{5E1FEFA6-7D4F-4746-AE64-D4D52FE76DC2}"/>
          </ac:spMkLst>
        </pc:spChg>
        <pc:spChg chg="add">
          <ac:chgData name="renuka pallela" userId="437df7844ddeef9b" providerId="Windows Live" clId="Web-{64E330A1-8690-6A46-01EF-26E42A36031B}" dt="2026-07-04T11:19:01.687" v="195"/>
          <ac:spMkLst>
            <pc:docMk/>
            <pc:sldMk cId="1778906613" sldId="258"/>
            <ac:spMk id="12" creationId="{BF8DA3CF-9D4B-403A-9AD4-BB177DAB6CC1}"/>
          </ac:spMkLst>
        </pc:spChg>
      </pc:sldChg>
      <pc:sldChg chg="addSp delSp modSp new mod setBg modClrScheme chgLayout">
        <pc:chgData name="renuka pallela" userId="437df7844ddeef9b" providerId="Windows Live" clId="Web-{64E330A1-8690-6A46-01EF-26E42A36031B}" dt="2026-07-04T11:42:28.800" v="408"/>
        <pc:sldMkLst>
          <pc:docMk/>
          <pc:sldMk cId="451157464" sldId="259"/>
        </pc:sldMkLst>
        <pc:spChg chg="mod ord">
          <ac:chgData name="renuka pallela" userId="437df7844ddeef9b" providerId="Windows Live" clId="Web-{64E330A1-8690-6A46-01EF-26E42A36031B}" dt="2026-07-04T11:27:55.632" v="237" actId="20577"/>
          <ac:spMkLst>
            <pc:docMk/>
            <pc:sldMk cId="451157464" sldId="259"/>
            <ac:spMk id="2" creationId="{C120F3CD-7186-E300-D947-90CBF1DADC64}"/>
          </ac:spMkLst>
        </pc:spChg>
        <pc:spChg chg="add mod ord">
          <ac:chgData name="renuka pallela" userId="437df7844ddeef9b" providerId="Windows Live" clId="Web-{64E330A1-8690-6A46-01EF-26E42A36031B}" dt="2026-07-04T11:35:21.216" v="361" actId="20577"/>
          <ac:spMkLst>
            <pc:docMk/>
            <pc:sldMk cId="451157464" sldId="259"/>
            <ac:spMk id="4" creationId="{0F070171-CDF9-D538-1AB9-6060BDF4B097}"/>
          </ac:spMkLst>
        </pc:spChg>
        <pc:spChg chg="add mod ord">
          <ac:chgData name="renuka pallela" userId="437df7844ddeef9b" providerId="Windows Live" clId="Web-{64E330A1-8690-6A46-01EF-26E42A36031B}" dt="2026-07-04T11:35:31.263" v="362" actId="20577"/>
          <ac:spMkLst>
            <pc:docMk/>
            <pc:sldMk cId="451157464" sldId="259"/>
            <ac:spMk id="5" creationId="{BCDA8585-9091-00C5-3BF7-5EF177F705B5}"/>
          </ac:spMkLst>
        </pc:spChg>
        <pc:spChg chg="add mod ord">
          <ac:chgData name="renuka pallela" userId="437df7844ddeef9b" providerId="Windows Live" clId="Web-{64E330A1-8690-6A46-01EF-26E42A36031B}" dt="2026-07-04T11:37:19.737" v="393" actId="20577"/>
          <ac:spMkLst>
            <pc:docMk/>
            <pc:sldMk cId="451157464" sldId="259"/>
            <ac:spMk id="6" creationId="{D244E56B-9201-0DFF-7EA1-B5E93BF77394}"/>
          </ac:spMkLst>
        </pc:spChg>
        <pc:graphicFrameChg chg="add modGraphic">
          <ac:chgData name="renuka pallela" userId="437df7844ddeef9b" providerId="Windows Live" clId="Web-{64E330A1-8690-6A46-01EF-26E42A36031B}" dt="2026-07-04T11:40:10.526" v="407"/>
          <ac:graphicFrameMkLst>
            <pc:docMk/>
            <pc:sldMk cId="451157464" sldId="259"/>
            <ac:graphicFrameMk id="12" creationId="{5A5A2D58-6C6B-F1A6-4143-5F60F853117B}"/>
          </ac:graphicFrameMkLst>
        </pc:graphicFrameChg>
      </pc:sldChg>
      <pc:sldChg chg="addSp delSp modSp new mod setBg modClrScheme delDesignElem chgLayout">
        <pc:chgData name="renuka pallela" userId="437df7844ddeef9b" providerId="Windows Live" clId="Web-{64E330A1-8690-6A46-01EF-26E42A36031B}" dt="2026-07-04T13:55:02.858" v="530" actId="14100"/>
        <pc:sldMkLst>
          <pc:docMk/>
          <pc:sldMk cId="2818151465" sldId="260"/>
        </pc:sldMkLst>
        <pc:spChg chg="mod ord">
          <ac:chgData name="renuka pallela" userId="437df7844ddeef9b" providerId="Windows Live" clId="Web-{64E330A1-8690-6A46-01EF-26E42A36031B}" dt="2026-07-04T13:54:02.387" v="526"/>
          <ac:spMkLst>
            <pc:docMk/>
            <pc:sldMk cId="2818151465" sldId="260"/>
            <ac:spMk id="2" creationId="{26F478F0-E122-9BAD-70F5-84E4F0DDF24A}"/>
          </ac:spMkLst>
        </pc:spChg>
        <pc:spChg chg="mod ord">
          <ac:chgData name="renuka pallela" userId="437df7844ddeef9b" providerId="Windows Live" clId="Web-{64E330A1-8690-6A46-01EF-26E42A36031B}" dt="2026-07-04T13:54:02.387" v="526"/>
          <ac:spMkLst>
            <pc:docMk/>
            <pc:sldMk cId="2818151465" sldId="260"/>
            <ac:spMk id="3" creationId="{4B744800-EC74-3EF0-F7FA-963459C5EA7A}"/>
          </ac:spMkLst>
        </pc:spChg>
        <pc:spChg chg="add">
          <ac:chgData name="renuka pallela" userId="437df7844ddeef9b" providerId="Windows Live" clId="Web-{64E330A1-8690-6A46-01EF-26E42A36031B}" dt="2026-07-04T13:54:02.387" v="526"/>
          <ac:spMkLst>
            <pc:docMk/>
            <pc:sldMk cId="2818151465" sldId="260"/>
            <ac:spMk id="26" creationId="{C1CA7196-CAF1-4234-8849-E335F0BCA3E8}"/>
          </ac:spMkLst>
        </pc:spChg>
        <pc:spChg chg="add">
          <ac:chgData name="renuka pallela" userId="437df7844ddeef9b" providerId="Windows Live" clId="Web-{64E330A1-8690-6A46-01EF-26E42A36031B}" dt="2026-07-04T13:54:02.387" v="526"/>
          <ac:spMkLst>
            <pc:docMk/>
            <pc:sldMk cId="2818151465" sldId="260"/>
            <ac:spMk id="27" creationId="{8A7C3535-4FB5-4E5B-BDFE-FA61877AF1A9}"/>
          </ac:spMkLst>
        </pc:spChg>
        <pc:picChg chg="add mod ord modCrop">
          <ac:chgData name="renuka pallela" userId="437df7844ddeef9b" providerId="Windows Live" clId="Web-{64E330A1-8690-6A46-01EF-26E42A36031B}" dt="2026-07-04T13:55:02.858" v="530" actId="14100"/>
          <ac:picMkLst>
            <pc:docMk/>
            <pc:sldMk cId="2818151465" sldId="260"/>
            <ac:picMk id="14" creationId="{2B765169-D77F-52CC-587F-45F8155AC9E0}"/>
          </ac:picMkLst>
        </pc:picChg>
      </pc:sldChg>
      <pc:sldChg chg="new">
        <pc:chgData name="renuka pallela" userId="437df7844ddeef9b" providerId="Windows Live" clId="Web-{64E330A1-8690-6A46-01EF-26E42A36031B}" dt="2026-07-04T13:56:22.673" v="531"/>
        <pc:sldMkLst>
          <pc:docMk/>
          <pc:sldMk cId="2078728185" sldId="261"/>
        </pc:sldMkLst>
      </pc:sldChg>
      <pc:sldChg chg="addSp delSp modSp new mod setBg">
        <pc:chgData name="renuka pallela" userId="437df7844ddeef9b" providerId="Windows Live" clId="Web-{64E330A1-8690-6A46-01EF-26E42A36031B}" dt="2026-07-04T13:58:40.506" v="533"/>
        <pc:sldMkLst>
          <pc:docMk/>
          <pc:sldMk cId="2158926094" sldId="262"/>
        </pc:sldMkLst>
        <pc:spChg chg="mod">
          <ac:chgData name="renuka pallela" userId="437df7844ddeef9b" providerId="Windows Live" clId="Web-{64E330A1-8690-6A46-01EF-26E42A36031B}" dt="2026-07-04T13:58:40.506" v="533"/>
          <ac:spMkLst>
            <pc:docMk/>
            <pc:sldMk cId="2158926094" sldId="262"/>
            <ac:spMk id="2" creationId="{50D40169-5747-00F8-5F60-8CBB3D284349}"/>
          </ac:spMkLst>
        </pc:spChg>
        <pc:spChg chg="mod">
          <ac:chgData name="renuka pallela" userId="437df7844ddeef9b" providerId="Windows Live" clId="Web-{64E330A1-8690-6A46-01EF-26E42A36031B}" dt="2026-07-04T13:58:40.506" v="533"/>
          <ac:spMkLst>
            <pc:docMk/>
            <pc:sldMk cId="2158926094" sldId="262"/>
            <ac:spMk id="4" creationId="{52970A65-61FD-AEBA-5727-80E1049EF7A1}"/>
          </ac:spMkLst>
        </pc:spChg>
        <pc:spChg chg="add">
          <ac:chgData name="renuka pallela" userId="437df7844ddeef9b" providerId="Windows Live" clId="Web-{64E330A1-8690-6A46-01EF-26E42A36031B}" dt="2026-07-04T13:58:40.506" v="533"/>
          <ac:spMkLst>
            <pc:docMk/>
            <pc:sldMk cId="2158926094" sldId="262"/>
            <ac:spMk id="9" creationId="{EFF9146B-4CCD-4CDB-AB9C-458005307E6F}"/>
          </ac:spMkLst>
        </pc:spChg>
        <pc:spChg chg="add">
          <ac:chgData name="renuka pallela" userId="437df7844ddeef9b" providerId="Windows Live" clId="Web-{64E330A1-8690-6A46-01EF-26E42A36031B}" dt="2026-07-04T13:58:40.506" v="533"/>
          <ac:spMkLst>
            <pc:docMk/>
            <pc:sldMk cId="2158926094" sldId="262"/>
            <ac:spMk id="11" creationId="{5E1FEFA6-7D4F-4746-AE64-D4D52FE76DC2}"/>
          </ac:spMkLst>
        </pc:spChg>
        <pc:spChg chg="add">
          <ac:chgData name="renuka pallela" userId="437df7844ddeef9b" providerId="Windows Live" clId="Web-{64E330A1-8690-6A46-01EF-26E42A36031B}" dt="2026-07-04T13:58:40.506" v="533"/>
          <ac:spMkLst>
            <pc:docMk/>
            <pc:sldMk cId="2158926094" sldId="262"/>
            <ac:spMk id="13" creationId="{BF8DA3CF-9D4B-403A-9AD4-BB177DAB6CC1}"/>
          </ac:spMkLst>
        </pc:spChg>
      </pc:sldChg>
      <pc:sldMasterChg chg="add addSldLayout">
        <pc:chgData name="renuka pallela" userId="437df7844ddeef9b" providerId="Windows Live" clId="Web-{64E330A1-8690-6A46-01EF-26E42A36031B}" dt="2026-07-04T10:56:08.168" v="5"/>
        <pc:sldMasterMkLst>
          <pc:docMk/>
          <pc:sldMasterMk cId="2794867982" sldId="2147483839"/>
        </pc:sldMasterMkLst>
        <pc:sldLayoutChg chg="add">
          <pc:chgData name="renuka pallela" userId="437df7844ddeef9b" providerId="Windows Live" clId="Web-{64E330A1-8690-6A46-01EF-26E42A36031B}" dt="2026-07-04T10:56:08.168" v="5"/>
          <pc:sldLayoutMkLst>
            <pc:docMk/>
            <pc:sldMasterMk cId="2794867982" sldId="2147483839"/>
            <pc:sldLayoutMk cId="2436793133" sldId="2147483828"/>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3845269148" sldId="2147483829"/>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2678548489" sldId="2147483830"/>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1303875351" sldId="2147483831"/>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3773337659" sldId="2147483832"/>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3467362564" sldId="2147483833"/>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2760835461" sldId="2147483834"/>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547608711" sldId="2147483835"/>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270543057" sldId="2147483836"/>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2271327268" sldId="2147483837"/>
          </pc:sldLayoutMkLst>
        </pc:sldLayoutChg>
        <pc:sldLayoutChg chg="add">
          <pc:chgData name="renuka pallela" userId="437df7844ddeef9b" providerId="Windows Live" clId="Web-{64E330A1-8690-6A46-01EF-26E42A36031B}" dt="2026-07-04T10:56:08.168" v="5"/>
          <pc:sldLayoutMkLst>
            <pc:docMk/>
            <pc:sldMasterMk cId="2794867982" sldId="2147483839"/>
            <pc:sldLayoutMk cId="2491309775" sldId="2147483838"/>
          </pc:sldLayoutMkLst>
        </pc:sldLayoutChg>
      </pc:sldMasterChg>
    </pc:docChg>
  </pc:docChgLst>
  <pc:docChgLst>
    <pc:chgData name="renuka pallela" userId="437df7844ddeef9b" providerId="Windows Live" clId="Web-{95D86BC9-3930-5FA6-669A-9C6CECBF9E61}"/>
    <pc:docChg chg="addSld modSld">
      <pc:chgData name="renuka pallela" userId="437df7844ddeef9b" providerId="Windows Live" clId="Web-{95D86BC9-3930-5FA6-669A-9C6CECBF9E61}" dt="2026-07-04T16:10:04.378" v="519" actId="20577"/>
      <pc:docMkLst>
        <pc:docMk/>
      </pc:docMkLst>
      <pc:sldChg chg="addSp delSp modSp mod setBg">
        <pc:chgData name="renuka pallela" userId="437df7844ddeef9b" providerId="Windows Live" clId="Web-{95D86BC9-3930-5FA6-669A-9C6CECBF9E61}" dt="2026-07-04T16:02:00.845" v="496" actId="20577"/>
        <pc:sldMkLst>
          <pc:docMk/>
          <pc:sldMk cId="2078728185" sldId="261"/>
        </pc:sldMkLst>
        <pc:spChg chg="mod">
          <ac:chgData name="renuka pallela" userId="437df7844ddeef9b" providerId="Windows Live" clId="Web-{95D86BC9-3930-5FA6-669A-9C6CECBF9E61}" dt="2026-07-04T16:02:00.845" v="496" actId="20577"/>
          <ac:spMkLst>
            <pc:docMk/>
            <pc:sldMk cId="2078728185" sldId="261"/>
            <ac:spMk id="4" creationId="{642A7ECF-B0ED-F26C-0E7C-4AE972BC70F7}"/>
          </ac:spMkLst>
        </pc:spChg>
        <pc:spChg chg="add">
          <ac:chgData name="renuka pallela" userId="437df7844ddeef9b" providerId="Windows Live" clId="Web-{95D86BC9-3930-5FA6-669A-9C6CECBF9E61}" dt="2026-07-04T14:56:22.657" v="133"/>
          <ac:spMkLst>
            <pc:docMk/>
            <pc:sldMk cId="2078728185" sldId="261"/>
            <ac:spMk id="9" creationId="{EFF9146B-4CCD-4CDB-AB9C-458005307E6F}"/>
          </ac:spMkLst>
        </pc:spChg>
        <pc:spChg chg="add">
          <ac:chgData name="renuka pallela" userId="437df7844ddeef9b" providerId="Windows Live" clId="Web-{95D86BC9-3930-5FA6-669A-9C6CECBF9E61}" dt="2026-07-04T14:56:22.657" v="133"/>
          <ac:spMkLst>
            <pc:docMk/>
            <pc:sldMk cId="2078728185" sldId="261"/>
            <ac:spMk id="11" creationId="{5E1FEFA6-7D4F-4746-AE64-D4D52FE76DC2}"/>
          </ac:spMkLst>
        </pc:spChg>
        <pc:spChg chg="add">
          <ac:chgData name="renuka pallela" userId="437df7844ddeef9b" providerId="Windows Live" clId="Web-{95D86BC9-3930-5FA6-669A-9C6CECBF9E61}" dt="2026-07-04T14:56:22.657" v="133"/>
          <ac:spMkLst>
            <pc:docMk/>
            <pc:sldMk cId="2078728185" sldId="261"/>
            <ac:spMk id="13" creationId="{BF8DA3CF-9D4B-403A-9AD4-BB177DAB6CC1}"/>
          </ac:spMkLst>
        </pc:spChg>
        <pc:picChg chg="add mod">
          <ac:chgData name="renuka pallela" userId="437df7844ddeef9b" providerId="Windows Live" clId="Web-{95D86BC9-3930-5FA6-669A-9C6CECBF9E61}" dt="2026-07-04T15:35:15.118" v="139" actId="1076"/>
          <ac:picMkLst>
            <pc:docMk/>
            <pc:sldMk cId="2078728185" sldId="261"/>
            <ac:picMk id="3" creationId="{9C9599C0-ADC1-31E0-3011-E4021235F0E6}"/>
          </ac:picMkLst>
        </pc:picChg>
        <pc:picChg chg="add mod">
          <ac:chgData name="renuka pallela" userId="437df7844ddeef9b" providerId="Windows Live" clId="Web-{95D86BC9-3930-5FA6-669A-9C6CECBF9E61}" dt="2026-07-04T15:38:08.307" v="166" actId="1076"/>
          <ac:picMkLst>
            <pc:docMk/>
            <pc:sldMk cId="2078728185" sldId="261"/>
            <ac:picMk id="5" creationId="{266331E7-1E7B-0CA8-7FBE-380158FCA5AA}"/>
          </ac:picMkLst>
        </pc:picChg>
      </pc:sldChg>
      <pc:sldChg chg="addSp delSp modSp mod modClrScheme delDesignElem chgLayout">
        <pc:chgData name="renuka pallela" userId="437df7844ddeef9b" providerId="Windows Live" clId="Web-{95D86BC9-3930-5FA6-669A-9C6CECBF9E61}" dt="2026-07-04T16:10:04.378" v="519" actId="20577"/>
        <pc:sldMkLst>
          <pc:docMk/>
          <pc:sldMk cId="2158926094" sldId="262"/>
        </pc:sldMkLst>
        <pc:spChg chg="mod ord modVis">
          <ac:chgData name="renuka pallela" userId="437df7844ddeef9b" providerId="Windows Live" clId="Web-{95D86BC9-3930-5FA6-669A-9C6CECBF9E61}" dt="2026-07-04T16:10:04.378" v="519" actId="20577"/>
          <ac:spMkLst>
            <pc:docMk/>
            <pc:sldMk cId="2158926094" sldId="262"/>
            <ac:spMk id="2" creationId="{50D40169-5747-00F8-5F60-8CBB3D284349}"/>
          </ac:spMkLst>
        </pc:spChg>
        <pc:spChg chg="mod ord modVis">
          <ac:chgData name="renuka pallela" userId="437df7844ddeef9b" providerId="Windows Live" clId="Web-{95D86BC9-3930-5FA6-669A-9C6CECBF9E61}" dt="2026-07-04T14:55:39.234" v="132" actId="20577"/>
          <ac:spMkLst>
            <pc:docMk/>
            <pc:sldMk cId="2158926094" sldId="262"/>
            <ac:spMk id="4" creationId="{52970A65-61FD-AEBA-5727-80E1049EF7A1}"/>
          </ac:spMkLst>
        </pc:spChg>
        <pc:spChg chg="add del mod ord modVis">
          <ac:chgData name="renuka pallela" userId="437df7844ddeef9b" providerId="Windows Live" clId="Web-{95D86BC9-3930-5FA6-669A-9C6CECBF9E61}" dt="2026-07-04T14:42:59.271" v="61"/>
          <ac:spMkLst>
            <pc:docMk/>
            <pc:sldMk cId="2158926094" sldId="262"/>
            <ac:spMk id="9" creationId="{EFF9146B-4CCD-4CDB-AB9C-458005307E6F}"/>
          </ac:spMkLst>
        </pc:spChg>
        <pc:spChg chg="add del mod ord modVis">
          <ac:chgData name="renuka pallela" userId="437df7844ddeef9b" providerId="Windows Live" clId="Web-{95D86BC9-3930-5FA6-669A-9C6CECBF9E61}" dt="2026-07-04T14:42:59.271" v="62"/>
          <ac:spMkLst>
            <pc:docMk/>
            <pc:sldMk cId="2158926094" sldId="262"/>
            <ac:spMk id="11" creationId="{5E1FEFA6-7D4F-4746-AE64-D4D52FE76DC2}"/>
          </ac:spMkLst>
        </pc:spChg>
        <pc:spChg chg="add del mod modVis">
          <ac:chgData name="renuka pallela" userId="437df7844ddeef9b" providerId="Windows Live" clId="Web-{95D86BC9-3930-5FA6-669A-9C6CECBF9E61}" dt="2026-07-04T14:43:10.131" v="67"/>
          <ac:spMkLst>
            <pc:docMk/>
            <pc:sldMk cId="2158926094" sldId="262"/>
            <ac:spMk id="13" creationId="{BF8DA3CF-9D4B-403A-9AD4-BB177DAB6CC1}"/>
          </ac:spMkLst>
        </pc:spChg>
        <pc:picChg chg="add mod modCrop">
          <ac:chgData name="renuka pallela" userId="437df7844ddeef9b" providerId="Windows Live" clId="Web-{95D86BC9-3930-5FA6-669A-9C6CECBF9E61}" dt="2026-07-04T14:55:10.186" v="126" actId="14100"/>
          <ac:picMkLst>
            <pc:docMk/>
            <pc:sldMk cId="2158926094" sldId="262"/>
            <ac:picMk id="3" creationId="{384BD37B-01D5-EBDE-F3F6-A54835D09553}"/>
          </ac:picMkLst>
        </pc:picChg>
        <pc:picChg chg="add mod modCrop">
          <ac:chgData name="renuka pallela" userId="437df7844ddeef9b" providerId="Windows Live" clId="Web-{95D86BC9-3930-5FA6-669A-9C6CECBF9E61}" dt="2026-07-04T14:55:18.717" v="127" actId="1076"/>
          <ac:picMkLst>
            <pc:docMk/>
            <pc:sldMk cId="2158926094" sldId="262"/>
            <ac:picMk id="5" creationId="{A6129CB0-B3A3-6839-00C2-12585D9FCA2A}"/>
          </ac:picMkLst>
        </pc:picChg>
      </pc:sldChg>
      <pc:sldChg chg="addSp delSp modSp new mod setBg">
        <pc:chgData name="renuka pallela" userId="437df7844ddeef9b" providerId="Windows Live" clId="Web-{95D86BC9-3930-5FA6-669A-9C6CECBF9E61}" dt="2026-07-04T16:03:47.892" v="510" actId="20577"/>
        <pc:sldMkLst>
          <pc:docMk/>
          <pc:sldMk cId="389673340" sldId="263"/>
        </pc:sldMkLst>
        <pc:spChg chg="mod">
          <ac:chgData name="renuka pallela" userId="437df7844ddeef9b" providerId="Windows Live" clId="Web-{95D86BC9-3930-5FA6-669A-9C6CECBF9E61}" dt="2026-07-04T16:03:47.892" v="510" actId="20577"/>
          <ac:spMkLst>
            <pc:docMk/>
            <pc:sldMk cId="389673340" sldId="263"/>
            <ac:spMk id="2" creationId="{567C1496-F80C-CDEA-FE9D-D19D2816BC4A}"/>
          </ac:spMkLst>
        </pc:spChg>
        <pc:spChg chg="mod">
          <ac:chgData name="renuka pallela" userId="437df7844ddeef9b" providerId="Windows Live" clId="Web-{95D86BC9-3930-5FA6-669A-9C6CECBF9E61}" dt="2026-07-04T16:02:50.876" v="498"/>
          <ac:spMkLst>
            <pc:docMk/>
            <pc:sldMk cId="389673340" sldId="263"/>
            <ac:spMk id="4" creationId="{B963925F-CB7F-FA17-1B38-8F98BE65BA9B}"/>
          </ac:spMkLst>
        </pc:spChg>
        <pc:spChg chg="add">
          <ac:chgData name="renuka pallela" userId="437df7844ddeef9b" providerId="Windows Live" clId="Web-{95D86BC9-3930-5FA6-669A-9C6CECBF9E61}" dt="2026-07-04T16:02:50.876" v="498"/>
          <ac:spMkLst>
            <pc:docMk/>
            <pc:sldMk cId="389673340" sldId="263"/>
            <ac:spMk id="9" creationId="{EFF9146B-4CCD-4CDB-AB9C-458005307E6F}"/>
          </ac:spMkLst>
        </pc:spChg>
        <pc:spChg chg="add">
          <ac:chgData name="renuka pallela" userId="437df7844ddeef9b" providerId="Windows Live" clId="Web-{95D86BC9-3930-5FA6-669A-9C6CECBF9E61}" dt="2026-07-04T16:02:50.876" v="498"/>
          <ac:spMkLst>
            <pc:docMk/>
            <pc:sldMk cId="389673340" sldId="263"/>
            <ac:spMk id="11" creationId="{5E1FEFA6-7D4F-4746-AE64-D4D52FE76DC2}"/>
          </ac:spMkLst>
        </pc:spChg>
        <pc:spChg chg="add">
          <ac:chgData name="renuka pallela" userId="437df7844ddeef9b" providerId="Windows Live" clId="Web-{95D86BC9-3930-5FA6-669A-9C6CECBF9E61}" dt="2026-07-04T16:02:50.876" v="498"/>
          <ac:spMkLst>
            <pc:docMk/>
            <pc:sldMk cId="389673340" sldId="263"/>
            <ac:spMk id="13" creationId="{BF8DA3CF-9D4B-403A-9AD4-BB177DAB6CC1}"/>
          </ac:spMkLst>
        </pc:spChg>
      </pc:sldChg>
    </pc:docChg>
  </pc:docChgLst>
  <pc:docChgLst>
    <pc:chgData name="renuka pallela" userId="437df7844ddeef9b" providerId="Windows Live" clId="Web-{3C9441CE-D25C-F775-DB57-108A5954C647}"/>
    <pc:docChg chg="addSld delSld modSld">
      <pc:chgData name="renuka pallela" userId="437df7844ddeef9b" providerId="Windows Live" clId="Web-{3C9441CE-D25C-F775-DB57-108A5954C647}" dt="2026-07-08T16:09:04.207" v="61" actId="14100"/>
      <pc:docMkLst>
        <pc:docMk/>
      </pc:docMkLst>
      <pc:sldChg chg="addSp delSp modSp new mod setBg">
        <pc:chgData name="renuka pallela" userId="437df7844ddeef9b" providerId="Windows Live" clId="Web-{3C9441CE-D25C-F775-DB57-108A5954C647}" dt="2026-07-08T16:05:00.251" v="41" actId="14100"/>
        <pc:sldMkLst>
          <pc:docMk/>
          <pc:sldMk cId="663867795" sldId="271"/>
        </pc:sldMkLst>
        <pc:spChg chg="mod">
          <ac:chgData name="renuka pallela" userId="437df7844ddeef9b" providerId="Windows Live" clId="Web-{3C9441CE-D25C-F775-DB57-108A5954C647}" dt="2026-07-08T15:58:21.227" v="21" actId="14100"/>
          <ac:spMkLst>
            <pc:docMk/>
            <pc:sldMk cId="663867795" sldId="271"/>
            <ac:spMk id="2" creationId="{5666690D-C453-F7C7-2D26-F43762B63247}"/>
          </ac:spMkLst>
        </pc:spChg>
        <pc:spChg chg="mod">
          <ac:chgData name="renuka pallela" userId="437df7844ddeef9b" providerId="Windows Live" clId="Web-{3C9441CE-D25C-F775-DB57-108A5954C647}" dt="2026-07-08T15:58:27.774" v="22" actId="14100"/>
          <ac:spMkLst>
            <pc:docMk/>
            <pc:sldMk cId="663867795" sldId="271"/>
            <ac:spMk id="4" creationId="{D828A7F9-90A4-EFCF-219E-2F05FB01EBE4}"/>
          </ac:spMkLst>
        </pc:spChg>
        <pc:spChg chg="add">
          <ac:chgData name="renuka pallela" userId="437df7844ddeef9b" providerId="Windows Live" clId="Web-{3C9441CE-D25C-F775-DB57-108A5954C647}" dt="2026-07-08T15:56:28.742" v="1"/>
          <ac:spMkLst>
            <pc:docMk/>
            <pc:sldMk cId="663867795" sldId="271"/>
            <ac:spMk id="9" creationId="{EFF9146B-4CCD-4CDB-AB9C-458005307E6F}"/>
          </ac:spMkLst>
        </pc:spChg>
        <pc:spChg chg="add">
          <ac:chgData name="renuka pallela" userId="437df7844ddeef9b" providerId="Windows Live" clId="Web-{3C9441CE-D25C-F775-DB57-108A5954C647}" dt="2026-07-08T15:56:28.742" v="1"/>
          <ac:spMkLst>
            <pc:docMk/>
            <pc:sldMk cId="663867795" sldId="271"/>
            <ac:spMk id="11" creationId="{5E1FEFA6-7D4F-4746-AE64-D4D52FE76DC2}"/>
          </ac:spMkLst>
        </pc:spChg>
        <pc:spChg chg="add">
          <ac:chgData name="renuka pallela" userId="437df7844ddeef9b" providerId="Windows Live" clId="Web-{3C9441CE-D25C-F775-DB57-108A5954C647}" dt="2026-07-08T15:56:28.742" v="1"/>
          <ac:spMkLst>
            <pc:docMk/>
            <pc:sldMk cId="663867795" sldId="271"/>
            <ac:spMk id="13" creationId="{BF8DA3CF-9D4B-403A-9AD4-BB177DAB6CC1}"/>
          </ac:spMkLst>
        </pc:spChg>
        <pc:picChg chg="add mod modCrop">
          <ac:chgData name="renuka pallela" userId="437df7844ddeef9b" providerId="Windows Live" clId="Web-{3C9441CE-D25C-F775-DB57-108A5954C647}" dt="2026-07-08T16:05:00.251" v="41" actId="14100"/>
          <ac:picMkLst>
            <pc:docMk/>
            <pc:sldMk cId="663867795" sldId="271"/>
            <ac:picMk id="6" creationId="{960F14D9-F5D0-A630-7A6D-21FB7BDCA787}"/>
          </ac:picMkLst>
        </pc:picChg>
      </pc:sldChg>
      <pc:sldChg chg="addSp delSp modSp new mod setBg">
        <pc:chgData name="renuka pallela" userId="437df7844ddeef9b" providerId="Windows Live" clId="Web-{3C9441CE-D25C-F775-DB57-108A5954C647}" dt="2026-07-08T16:09:04.207" v="61" actId="14100"/>
        <pc:sldMkLst>
          <pc:docMk/>
          <pc:sldMk cId="505395914" sldId="272"/>
        </pc:sldMkLst>
        <pc:spChg chg="mod">
          <ac:chgData name="renuka pallela" userId="437df7844ddeef9b" providerId="Windows Live" clId="Web-{3C9441CE-D25C-F775-DB57-108A5954C647}" dt="2026-07-08T16:07:42.722" v="54" actId="14100"/>
          <ac:spMkLst>
            <pc:docMk/>
            <pc:sldMk cId="505395914" sldId="272"/>
            <ac:spMk id="4" creationId="{2B5D6F1A-3275-F13B-2480-10233AEA9C52}"/>
          </ac:spMkLst>
        </pc:spChg>
        <pc:spChg chg="add">
          <ac:chgData name="renuka pallela" userId="437df7844ddeef9b" providerId="Windows Live" clId="Web-{3C9441CE-D25C-F775-DB57-108A5954C647}" dt="2026-07-08T16:07:26.706" v="51"/>
          <ac:spMkLst>
            <pc:docMk/>
            <pc:sldMk cId="505395914" sldId="272"/>
            <ac:spMk id="9" creationId="{EFF9146B-4CCD-4CDB-AB9C-458005307E6F}"/>
          </ac:spMkLst>
        </pc:spChg>
        <pc:spChg chg="add">
          <ac:chgData name="renuka pallela" userId="437df7844ddeef9b" providerId="Windows Live" clId="Web-{3C9441CE-D25C-F775-DB57-108A5954C647}" dt="2026-07-08T16:07:26.706" v="51"/>
          <ac:spMkLst>
            <pc:docMk/>
            <pc:sldMk cId="505395914" sldId="272"/>
            <ac:spMk id="11" creationId="{5E1FEFA6-7D4F-4746-AE64-D4D52FE76DC2}"/>
          </ac:spMkLst>
        </pc:spChg>
        <pc:spChg chg="add">
          <ac:chgData name="renuka pallela" userId="437df7844ddeef9b" providerId="Windows Live" clId="Web-{3C9441CE-D25C-F775-DB57-108A5954C647}" dt="2026-07-08T16:07:26.706" v="51"/>
          <ac:spMkLst>
            <pc:docMk/>
            <pc:sldMk cId="505395914" sldId="272"/>
            <ac:spMk id="13" creationId="{BF8DA3CF-9D4B-403A-9AD4-BB177DAB6CC1}"/>
          </ac:spMkLst>
        </pc:spChg>
        <pc:picChg chg="add mod">
          <ac:chgData name="renuka pallela" userId="437df7844ddeef9b" providerId="Windows Live" clId="Web-{3C9441CE-D25C-F775-DB57-108A5954C647}" dt="2026-07-08T16:09:04.207" v="61" actId="14100"/>
          <ac:picMkLst>
            <pc:docMk/>
            <pc:sldMk cId="505395914" sldId="272"/>
            <ac:picMk id="5" creationId="{25E944EB-FB46-4450-5235-7B78E1A06189}"/>
          </ac:picMkLst>
        </pc:picChg>
      </pc:sldChg>
    </pc:docChg>
  </pc:docChgLst>
  <pc:docChgLst>
    <pc:chgData name="renuka pallela" userId="437df7844ddeef9b" providerId="Windows Live" clId="Web-{4890F064-1EAB-2697-EC2C-B345CF43316D}"/>
    <pc:docChg chg="addSld delSld modSld">
      <pc:chgData name="renuka pallela" userId="437df7844ddeef9b" providerId="Windows Live" clId="Web-{4890F064-1EAB-2697-EC2C-B345CF43316D}" dt="2026-07-08T18:19:16.738" v="538" actId="20577"/>
      <pc:docMkLst>
        <pc:docMk/>
      </pc:docMkLst>
      <pc:sldChg chg="addSp delSp modSp mod modShow">
        <pc:chgData name="renuka pallela" userId="437df7844ddeef9b" providerId="Windows Live" clId="Web-{4890F064-1EAB-2697-EC2C-B345CF43316D}" dt="2026-07-08T17:30:50.944" v="288"/>
        <pc:sldMkLst>
          <pc:docMk/>
          <pc:sldMk cId="3911670401" sldId="270"/>
        </pc:sldMkLst>
        <pc:spChg chg="mod">
          <ac:chgData name="renuka pallela" userId="437df7844ddeef9b" providerId="Windows Live" clId="Web-{4890F064-1EAB-2697-EC2C-B345CF43316D}" dt="2026-07-08T17:27:56.755" v="263"/>
          <ac:spMkLst>
            <pc:docMk/>
            <pc:sldMk cId="3911670401" sldId="270"/>
            <ac:spMk id="2" creationId="{CA2060D9-970F-D4A1-3B1A-ED04DF227A5C}"/>
          </ac:spMkLst>
        </pc:spChg>
        <pc:spChg chg="mod">
          <ac:chgData name="renuka pallela" userId="437df7844ddeef9b" providerId="Windows Live" clId="Web-{4890F064-1EAB-2697-EC2C-B345CF43316D}" dt="2026-07-08T17:27:56.755" v="263"/>
          <ac:spMkLst>
            <pc:docMk/>
            <pc:sldMk cId="3911670401" sldId="270"/>
            <ac:spMk id="4" creationId="{0835230D-70F0-191C-FFD0-815B022CB8BE}"/>
          </ac:spMkLst>
        </pc:spChg>
        <pc:spChg chg="add del">
          <ac:chgData name="renuka pallela" userId="437df7844ddeef9b" providerId="Windows Live" clId="Web-{4890F064-1EAB-2697-EC2C-B345CF43316D}" dt="2026-07-08T17:27:56.755" v="263"/>
          <ac:spMkLst>
            <pc:docMk/>
            <pc:sldMk cId="3911670401" sldId="270"/>
            <ac:spMk id="9" creationId="{EFF9146B-4CCD-4CDB-AB9C-458005307E6F}"/>
          </ac:spMkLst>
        </pc:spChg>
        <pc:spChg chg="add del">
          <ac:chgData name="renuka pallela" userId="437df7844ddeef9b" providerId="Windows Live" clId="Web-{4890F064-1EAB-2697-EC2C-B345CF43316D}" dt="2026-07-08T17:27:56.755" v="263"/>
          <ac:spMkLst>
            <pc:docMk/>
            <pc:sldMk cId="3911670401" sldId="270"/>
            <ac:spMk id="11" creationId="{5E1FEFA6-7D4F-4746-AE64-D4D52FE76DC2}"/>
          </ac:spMkLst>
        </pc:spChg>
        <pc:spChg chg="add del">
          <ac:chgData name="renuka pallela" userId="437df7844ddeef9b" providerId="Windows Live" clId="Web-{4890F064-1EAB-2697-EC2C-B345CF43316D}" dt="2026-07-08T17:27:56.755" v="263"/>
          <ac:spMkLst>
            <pc:docMk/>
            <pc:sldMk cId="3911670401" sldId="270"/>
            <ac:spMk id="13" creationId="{BF8DA3CF-9D4B-403A-9AD4-BB177DAB6CC1}"/>
          </ac:spMkLst>
        </pc:spChg>
        <pc:picChg chg="add mod modCrop">
          <ac:chgData name="renuka pallela" userId="437df7844ddeef9b" providerId="Windows Live" clId="Web-{4890F064-1EAB-2697-EC2C-B345CF43316D}" dt="2026-07-08T17:27:56.755" v="263"/>
          <ac:picMkLst>
            <pc:docMk/>
            <pc:sldMk cId="3911670401" sldId="270"/>
            <ac:picMk id="5" creationId="{15639866-46A0-4027-7838-ABF38E1D427A}"/>
          </ac:picMkLst>
        </pc:picChg>
        <pc:picChg chg="add mod">
          <ac:chgData name="renuka pallela" userId="437df7844ddeef9b" providerId="Windows Live" clId="Web-{4890F064-1EAB-2697-EC2C-B345CF43316D}" dt="2026-07-08T17:27:56.755" v="263"/>
          <ac:picMkLst>
            <pc:docMk/>
            <pc:sldMk cId="3911670401" sldId="270"/>
            <ac:picMk id="6" creationId="{E0C72ED3-4E98-CE0C-AF06-6B2B94616E9D}"/>
          </ac:picMkLst>
        </pc:picChg>
        <pc:inkChg chg="add mod">
          <ac:chgData name="renuka pallela" userId="437df7844ddeef9b" providerId="Windows Live" clId="Web-{4890F064-1EAB-2697-EC2C-B345CF43316D}" dt="2026-07-08T17:27:45.145" v="261"/>
          <ac:inkMkLst>
            <pc:docMk/>
            <pc:sldMk cId="3911670401" sldId="270"/>
            <ac:inkMk id="27" creationId="{BE8FC201-BD64-84C7-D33D-2CBB4FAF351D}"/>
          </ac:inkMkLst>
        </pc:inkChg>
        <pc:inkChg chg="add">
          <ac:chgData name="renuka pallela" userId="437df7844ddeef9b" providerId="Windows Live" clId="Web-{4890F064-1EAB-2697-EC2C-B345CF43316D}" dt="2026-07-08T17:28:18.692" v="267"/>
          <ac:inkMkLst>
            <pc:docMk/>
            <pc:sldMk cId="3911670401" sldId="270"/>
            <ac:inkMk id="35" creationId="{2B03473B-A409-9294-8EB2-D5C26039C33F}"/>
          </ac:inkMkLst>
        </pc:inkChg>
        <pc:inkChg chg="add">
          <ac:chgData name="renuka pallela" userId="437df7844ddeef9b" providerId="Windows Live" clId="Web-{4890F064-1EAB-2697-EC2C-B345CF43316D}" dt="2026-07-08T17:28:20.427" v="268"/>
          <ac:inkMkLst>
            <pc:docMk/>
            <pc:sldMk cId="3911670401" sldId="270"/>
            <ac:inkMk id="38" creationId="{1C21AD55-FF80-CB2C-BFA4-4987A93B9A15}"/>
          </ac:inkMkLst>
        </pc:inkChg>
        <pc:inkChg chg="add">
          <ac:chgData name="renuka pallela" userId="437df7844ddeef9b" providerId="Windows Live" clId="Web-{4890F064-1EAB-2697-EC2C-B345CF43316D}" dt="2026-07-08T17:28:23.817" v="269"/>
          <ac:inkMkLst>
            <pc:docMk/>
            <pc:sldMk cId="3911670401" sldId="270"/>
            <ac:inkMk id="42" creationId="{94888EDB-C8DB-9289-F1F6-2B10F744F159}"/>
          </ac:inkMkLst>
        </pc:inkChg>
        <pc:inkChg chg="add">
          <ac:chgData name="renuka pallela" userId="437df7844ddeef9b" providerId="Windows Live" clId="Web-{4890F064-1EAB-2697-EC2C-B345CF43316D}" dt="2026-07-08T17:28:43.333" v="272"/>
          <ac:inkMkLst>
            <pc:docMk/>
            <pc:sldMk cId="3911670401" sldId="270"/>
            <ac:inkMk id="45" creationId="{5991975E-DE1A-F51F-C523-7A57B41B6F9C}"/>
          </ac:inkMkLst>
        </pc:inkChg>
        <pc:inkChg chg="add">
          <ac:chgData name="renuka pallela" userId="437df7844ddeef9b" providerId="Windows Live" clId="Web-{4890F064-1EAB-2697-EC2C-B345CF43316D}" dt="2026-07-08T17:30:11.475" v="284"/>
          <ac:inkMkLst>
            <pc:docMk/>
            <pc:sldMk cId="3911670401" sldId="270"/>
            <ac:inkMk id="49" creationId="{E4D273E6-45C3-5D47-BFF0-CC32F4B5980C}"/>
          </ac:inkMkLst>
        </pc:inkChg>
        <pc:inkChg chg="add">
          <ac:chgData name="renuka pallela" userId="437df7844ddeef9b" providerId="Windows Live" clId="Web-{4890F064-1EAB-2697-EC2C-B345CF43316D}" dt="2026-07-08T17:30:17.131" v="285"/>
          <ac:inkMkLst>
            <pc:docMk/>
            <pc:sldMk cId="3911670401" sldId="270"/>
            <ac:inkMk id="50" creationId="{BEAA32B6-2F37-8438-4161-5F036B66596F}"/>
          </ac:inkMkLst>
        </pc:inkChg>
        <pc:inkChg chg="add">
          <ac:chgData name="renuka pallela" userId="437df7844ddeef9b" providerId="Windows Live" clId="Web-{4890F064-1EAB-2697-EC2C-B345CF43316D}" dt="2026-07-08T17:30:21.240" v="286"/>
          <ac:inkMkLst>
            <pc:docMk/>
            <pc:sldMk cId="3911670401" sldId="270"/>
            <ac:inkMk id="51" creationId="{FDABD699-24CF-1A2C-E3F0-6B3F7A5D0F94}"/>
          </ac:inkMkLst>
        </pc:inkChg>
        <pc:inkChg chg="add">
          <ac:chgData name="renuka pallela" userId="437df7844ddeef9b" providerId="Windows Live" clId="Web-{4890F064-1EAB-2697-EC2C-B345CF43316D}" dt="2026-07-08T17:30:45.897" v="287"/>
          <ac:inkMkLst>
            <pc:docMk/>
            <pc:sldMk cId="3911670401" sldId="270"/>
            <ac:inkMk id="52" creationId="{265BAB24-5617-A307-1457-C483D1709587}"/>
          </ac:inkMkLst>
        </pc:inkChg>
        <pc:inkChg chg="add">
          <ac:chgData name="renuka pallela" userId="437df7844ddeef9b" providerId="Windows Live" clId="Web-{4890F064-1EAB-2697-EC2C-B345CF43316D}" dt="2026-07-08T17:30:50.944" v="288"/>
          <ac:inkMkLst>
            <pc:docMk/>
            <pc:sldMk cId="3911670401" sldId="270"/>
            <ac:inkMk id="53" creationId="{3BBBAECC-9782-7340-42D4-92EC8FDA7E71}"/>
          </ac:inkMkLst>
        </pc:inkChg>
      </pc:sldChg>
      <pc:sldChg chg="addSp delSp modSp">
        <pc:chgData name="renuka pallela" userId="437df7844ddeef9b" providerId="Windows Live" clId="Web-{4890F064-1EAB-2697-EC2C-B345CF43316D}" dt="2026-07-08T16:49:07.693" v="74" actId="1076"/>
        <pc:sldMkLst>
          <pc:docMk/>
          <pc:sldMk cId="505395914" sldId="272"/>
        </pc:sldMkLst>
        <pc:picChg chg="add mod">
          <ac:chgData name="renuka pallela" userId="437df7844ddeef9b" providerId="Windows Live" clId="Web-{4890F064-1EAB-2697-EC2C-B345CF43316D}" dt="2026-07-08T16:49:07.693" v="74" actId="1076"/>
          <ac:picMkLst>
            <pc:docMk/>
            <pc:sldMk cId="505395914" sldId="272"/>
            <ac:picMk id="2" creationId="{32A93CDB-6E00-050E-EB67-F7A88A6059EE}"/>
          </ac:picMkLst>
        </pc:picChg>
        <pc:picChg chg="add del mod modCrop">
          <ac:chgData name="renuka pallela" userId="437df7844ddeef9b" providerId="Windows Live" clId="Web-{4890F064-1EAB-2697-EC2C-B345CF43316D}" dt="2026-07-08T16:48:26.317" v="68"/>
          <ac:picMkLst>
            <pc:docMk/>
            <pc:sldMk cId="505395914" sldId="272"/>
            <ac:picMk id="5" creationId="{25E944EB-FB46-4450-5235-7B78E1A06189}"/>
          </ac:picMkLst>
        </pc:picChg>
      </pc:sldChg>
      <pc:sldChg chg="addSp delSp modSp new mod setBg">
        <pc:chgData name="renuka pallela" userId="437df7844ddeef9b" providerId="Windows Live" clId="Web-{4890F064-1EAB-2697-EC2C-B345CF43316D}" dt="2026-07-08T16:58:58.308" v="120" actId="14100"/>
        <pc:sldMkLst>
          <pc:docMk/>
          <pc:sldMk cId="1485067764" sldId="273"/>
        </pc:sldMkLst>
        <pc:spChg chg="mod">
          <ac:chgData name="renuka pallela" userId="437df7844ddeef9b" providerId="Windows Live" clId="Web-{4890F064-1EAB-2697-EC2C-B345CF43316D}" dt="2026-07-08T16:58:02.182" v="113" actId="14100"/>
          <ac:spMkLst>
            <pc:docMk/>
            <pc:sldMk cId="1485067764" sldId="273"/>
            <ac:spMk id="4" creationId="{B0EB4316-F346-44CD-C5BA-F68A85164274}"/>
          </ac:spMkLst>
        </pc:spChg>
        <pc:spChg chg="add">
          <ac:chgData name="renuka pallela" userId="437df7844ddeef9b" providerId="Windows Live" clId="Web-{4890F064-1EAB-2697-EC2C-B345CF43316D}" dt="2026-07-08T16:57:48.229" v="110"/>
          <ac:spMkLst>
            <pc:docMk/>
            <pc:sldMk cId="1485067764" sldId="273"/>
            <ac:spMk id="9" creationId="{EFF9146B-4CCD-4CDB-AB9C-458005307E6F}"/>
          </ac:spMkLst>
        </pc:spChg>
        <pc:spChg chg="add">
          <ac:chgData name="renuka pallela" userId="437df7844ddeef9b" providerId="Windows Live" clId="Web-{4890F064-1EAB-2697-EC2C-B345CF43316D}" dt="2026-07-08T16:57:48.229" v="110"/>
          <ac:spMkLst>
            <pc:docMk/>
            <pc:sldMk cId="1485067764" sldId="273"/>
            <ac:spMk id="11" creationId="{5E1FEFA6-7D4F-4746-AE64-D4D52FE76DC2}"/>
          </ac:spMkLst>
        </pc:spChg>
        <pc:spChg chg="add">
          <ac:chgData name="renuka pallela" userId="437df7844ddeef9b" providerId="Windows Live" clId="Web-{4890F064-1EAB-2697-EC2C-B345CF43316D}" dt="2026-07-08T16:57:48.229" v="110"/>
          <ac:spMkLst>
            <pc:docMk/>
            <pc:sldMk cId="1485067764" sldId="273"/>
            <ac:spMk id="13" creationId="{BF8DA3CF-9D4B-403A-9AD4-BB177DAB6CC1}"/>
          </ac:spMkLst>
        </pc:spChg>
        <pc:picChg chg="add mod">
          <ac:chgData name="renuka pallela" userId="437df7844ddeef9b" providerId="Windows Live" clId="Web-{4890F064-1EAB-2697-EC2C-B345CF43316D}" dt="2026-07-08T16:58:58.308" v="120" actId="14100"/>
          <ac:picMkLst>
            <pc:docMk/>
            <pc:sldMk cId="1485067764" sldId="273"/>
            <ac:picMk id="5" creationId="{4B718E10-CF44-EFD4-794E-F553DB719FBE}"/>
          </ac:picMkLst>
        </pc:picChg>
      </pc:sldChg>
      <pc:sldChg chg="addSp delSp modSp new mod setBg">
        <pc:chgData name="renuka pallela" userId="437df7844ddeef9b" providerId="Windows Live" clId="Web-{4890F064-1EAB-2697-EC2C-B345CF43316D}" dt="2026-07-08T17:00:01.418" v="131" actId="1076"/>
        <pc:sldMkLst>
          <pc:docMk/>
          <pc:sldMk cId="1821353183" sldId="274"/>
        </pc:sldMkLst>
        <pc:spChg chg="mod">
          <ac:chgData name="renuka pallela" userId="437df7844ddeef9b" providerId="Windows Live" clId="Web-{4890F064-1EAB-2697-EC2C-B345CF43316D}" dt="2026-07-08T16:59:26.168" v="125" actId="14100"/>
          <ac:spMkLst>
            <pc:docMk/>
            <pc:sldMk cId="1821353183" sldId="274"/>
            <ac:spMk id="4" creationId="{4E572719-EB25-B4CA-4D54-0B9C2F25A649}"/>
          </ac:spMkLst>
        </pc:spChg>
        <pc:spChg chg="add">
          <ac:chgData name="renuka pallela" userId="437df7844ddeef9b" providerId="Windows Live" clId="Web-{4890F064-1EAB-2697-EC2C-B345CF43316D}" dt="2026-07-08T16:59:07.027" v="122"/>
          <ac:spMkLst>
            <pc:docMk/>
            <pc:sldMk cId="1821353183" sldId="274"/>
            <ac:spMk id="9" creationId="{EFF9146B-4CCD-4CDB-AB9C-458005307E6F}"/>
          </ac:spMkLst>
        </pc:spChg>
        <pc:spChg chg="add">
          <ac:chgData name="renuka pallela" userId="437df7844ddeef9b" providerId="Windows Live" clId="Web-{4890F064-1EAB-2697-EC2C-B345CF43316D}" dt="2026-07-08T16:59:07.027" v="122"/>
          <ac:spMkLst>
            <pc:docMk/>
            <pc:sldMk cId="1821353183" sldId="274"/>
            <ac:spMk id="11" creationId="{5E1FEFA6-7D4F-4746-AE64-D4D52FE76DC2}"/>
          </ac:spMkLst>
        </pc:spChg>
        <pc:spChg chg="add">
          <ac:chgData name="renuka pallela" userId="437df7844ddeef9b" providerId="Windows Live" clId="Web-{4890F064-1EAB-2697-EC2C-B345CF43316D}" dt="2026-07-08T16:59:07.027" v="122"/>
          <ac:spMkLst>
            <pc:docMk/>
            <pc:sldMk cId="1821353183" sldId="274"/>
            <ac:spMk id="13" creationId="{BF8DA3CF-9D4B-403A-9AD4-BB177DAB6CC1}"/>
          </ac:spMkLst>
        </pc:spChg>
        <pc:picChg chg="add mod">
          <ac:chgData name="renuka pallela" userId="437df7844ddeef9b" providerId="Windows Live" clId="Web-{4890F064-1EAB-2697-EC2C-B345CF43316D}" dt="2026-07-08T17:00:01.418" v="131" actId="1076"/>
          <ac:picMkLst>
            <pc:docMk/>
            <pc:sldMk cId="1821353183" sldId="274"/>
            <ac:picMk id="5" creationId="{704D127C-455B-37C6-63E8-F20C8C981EDB}"/>
          </ac:picMkLst>
        </pc:picChg>
      </pc:sldChg>
      <pc:sldChg chg="addSp delSp modSp new mod setBg">
        <pc:chgData name="renuka pallela" userId="437df7844ddeef9b" providerId="Windows Live" clId="Web-{4890F064-1EAB-2697-EC2C-B345CF43316D}" dt="2026-07-08T17:03:55.186" v="154" actId="14100"/>
        <pc:sldMkLst>
          <pc:docMk/>
          <pc:sldMk cId="963976064" sldId="275"/>
        </pc:sldMkLst>
        <pc:spChg chg="add">
          <ac:chgData name="renuka pallela" userId="437df7844ddeef9b" providerId="Windows Live" clId="Web-{4890F064-1EAB-2697-EC2C-B345CF43316D}" dt="2026-07-08T17:00:12.715" v="133"/>
          <ac:spMkLst>
            <pc:docMk/>
            <pc:sldMk cId="963976064" sldId="275"/>
            <ac:spMk id="9" creationId="{EFF9146B-4CCD-4CDB-AB9C-458005307E6F}"/>
          </ac:spMkLst>
        </pc:spChg>
        <pc:spChg chg="add">
          <ac:chgData name="renuka pallela" userId="437df7844ddeef9b" providerId="Windows Live" clId="Web-{4890F064-1EAB-2697-EC2C-B345CF43316D}" dt="2026-07-08T17:00:12.715" v="133"/>
          <ac:spMkLst>
            <pc:docMk/>
            <pc:sldMk cId="963976064" sldId="275"/>
            <ac:spMk id="11" creationId="{5E1FEFA6-7D4F-4746-AE64-D4D52FE76DC2}"/>
          </ac:spMkLst>
        </pc:spChg>
        <pc:spChg chg="add">
          <ac:chgData name="renuka pallela" userId="437df7844ddeef9b" providerId="Windows Live" clId="Web-{4890F064-1EAB-2697-EC2C-B345CF43316D}" dt="2026-07-08T17:00:12.715" v="133"/>
          <ac:spMkLst>
            <pc:docMk/>
            <pc:sldMk cId="963976064" sldId="275"/>
            <ac:spMk id="13" creationId="{BF8DA3CF-9D4B-403A-9AD4-BB177DAB6CC1}"/>
          </ac:spMkLst>
        </pc:spChg>
        <pc:picChg chg="add mod">
          <ac:chgData name="renuka pallela" userId="437df7844ddeef9b" providerId="Windows Live" clId="Web-{4890F064-1EAB-2697-EC2C-B345CF43316D}" dt="2026-07-08T17:03:55.186" v="154" actId="14100"/>
          <ac:picMkLst>
            <pc:docMk/>
            <pc:sldMk cId="963976064" sldId="275"/>
            <ac:picMk id="6" creationId="{E301B572-C33A-D126-3B9E-B31DC4A21DD3}"/>
          </ac:picMkLst>
        </pc:picChg>
      </pc:sldChg>
      <pc:sldChg chg="addSp delSp modSp new mod setBg">
        <pc:chgData name="renuka pallela" userId="437df7844ddeef9b" providerId="Windows Live" clId="Web-{4890F064-1EAB-2697-EC2C-B345CF43316D}" dt="2026-07-08T17:07:42.391" v="183" actId="14100"/>
        <pc:sldMkLst>
          <pc:docMk/>
          <pc:sldMk cId="1715222515" sldId="276"/>
        </pc:sldMkLst>
        <pc:spChg chg="mod">
          <ac:chgData name="renuka pallela" userId="437df7844ddeef9b" providerId="Windows Live" clId="Web-{4890F064-1EAB-2697-EC2C-B345CF43316D}" dt="2026-07-08T17:07:42.391" v="183" actId="14100"/>
          <ac:spMkLst>
            <pc:docMk/>
            <pc:sldMk cId="1715222515" sldId="276"/>
            <ac:spMk id="4" creationId="{594B23A8-7319-F000-724B-9A523AFCFAEF}"/>
          </ac:spMkLst>
        </pc:spChg>
        <pc:spChg chg="add">
          <ac:chgData name="renuka pallela" userId="437df7844ddeef9b" providerId="Windows Live" clId="Web-{4890F064-1EAB-2697-EC2C-B345CF43316D}" dt="2026-07-08T17:04:09.389" v="156"/>
          <ac:spMkLst>
            <pc:docMk/>
            <pc:sldMk cId="1715222515" sldId="276"/>
            <ac:spMk id="9" creationId="{EFF9146B-4CCD-4CDB-AB9C-458005307E6F}"/>
          </ac:spMkLst>
        </pc:spChg>
        <pc:spChg chg="add">
          <ac:chgData name="renuka pallela" userId="437df7844ddeef9b" providerId="Windows Live" clId="Web-{4890F064-1EAB-2697-EC2C-B345CF43316D}" dt="2026-07-08T17:04:09.389" v="156"/>
          <ac:spMkLst>
            <pc:docMk/>
            <pc:sldMk cId="1715222515" sldId="276"/>
            <ac:spMk id="11" creationId="{5E1FEFA6-7D4F-4746-AE64-D4D52FE76DC2}"/>
          </ac:spMkLst>
        </pc:spChg>
        <pc:spChg chg="add">
          <ac:chgData name="renuka pallela" userId="437df7844ddeef9b" providerId="Windows Live" clId="Web-{4890F064-1EAB-2697-EC2C-B345CF43316D}" dt="2026-07-08T17:04:09.389" v="156"/>
          <ac:spMkLst>
            <pc:docMk/>
            <pc:sldMk cId="1715222515" sldId="276"/>
            <ac:spMk id="13" creationId="{BF8DA3CF-9D4B-403A-9AD4-BB177DAB6CC1}"/>
          </ac:spMkLst>
        </pc:spChg>
        <pc:picChg chg="add mod">
          <ac:chgData name="renuka pallela" userId="437df7844ddeef9b" providerId="Windows Live" clId="Web-{4890F064-1EAB-2697-EC2C-B345CF43316D}" dt="2026-07-08T17:07:07.391" v="177" actId="1076"/>
          <ac:picMkLst>
            <pc:docMk/>
            <pc:sldMk cId="1715222515" sldId="276"/>
            <ac:picMk id="6" creationId="{F9FBBEBD-8ECD-23DE-E2C1-42AB244E28E7}"/>
          </ac:picMkLst>
        </pc:picChg>
        <pc:picChg chg="add mod modCrop">
          <ac:chgData name="renuka pallela" userId="437df7844ddeef9b" providerId="Windows Live" clId="Web-{4890F064-1EAB-2697-EC2C-B345CF43316D}" dt="2026-07-08T17:07:02.219" v="176" actId="1076"/>
          <ac:picMkLst>
            <pc:docMk/>
            <pc:sldMk cId="1715222515" sldId="276"/>
            <ac:picMk id="7" creationId="{4AA10FDE-7633-F005-F760-919F33D8420B}"/>
          </ac:picMkLst>
        </pc:picChg>
      </pc:sldChg>
      <pc:sldChg chg="addSp delSp modSp new mod setBg">
        <pc:chgData name="renuka pallela" userId="437df7844ddeef9b" providerId="Windows Live" clId="Web-{4890F064-1EAB-2697-EC2C-B345CF43316D}" dt="2026-07-08T18:10:48.217" v="464" actId="1076"/>
        <pc:sldMkLst>
          <pc:docMk/>
          <pc:sldMk cId="3214778445" sldId="277"/>
        </pc:sldMkLst>
        <pc:spChg chg="mod">
          <ac:chgData name="renuka pallela" userId="437df7844ddeef9b" providerId="Windows Live" clId="Web-{4890F064-1EAB-2697-EC2C-B345CF43316D}" dt="2026-07-08T18:04:56.943" v="430" actId="14100"/>
          <ac:spMkLst>
            <pc:docMk/>
            <pc:sldMk cId="3214778445" sldId="277"/>
            <ac:spMk id="4" creationId="{6529D774-907F-33F6-3AAA-C049FC0A91EE}"/>
          </ac:spMkLst>
        </pc:spChg>
        <pc:spChg chg="add">
          <ac:chgData name="renuka pallela" userId="437df7844ddeef9b" providerId="Windows Live" clId="Web-{4890F064-1EAB-2697-EC2C-B345CF43316D}" dt="2026-07-08T17:08:02.673" v="185"/>
          <ac:spMkLst>
            <pc:docMk/>
            <pc:sldMk cId="3214778445" sldId="277"/>
            <ac:spMk id="9" creationId="{EFF9146B-4CCD-4CDB-AB9C-458005307E6F}"/>
          </ac:spMkLst>
        </pc:spChg>
        <pc:spChg chg="add">
          <ac:chgData name="renuka pallela" userId="437df7844ddeef9b" providerId="Windows Live" clId="Web-{4890F064-1EAB-2697-EC2C-B345CF43316D}" dt="2026-07-08T17:08:02.673" v="185"/>
          <ac:spMkLst>
            <pc:docMk/>
            <pc:sldMk cId="3214778445" sldId="277"/>
            <ac:spMk id="11" creationId="{5E1FEFA6-7D4F-4746-AE64-D4D52FE76DC2}"/>
          </ac:spMkLst>
        </pc:spChg>
        <pc:spChg chg="add">
          <ac:chgData name="renuka pallela" userId="437df7844ddeef9b" providerId="Windows Live" clId="Web-{4890F064-1EAB-2697-EC2C-B345CF43316D}" dt="2026-07-08T17:08:02.673" v="185"/>
          <ac:spMkLst>
            <pc:docMk/>
            <pc:sldMk cId="3214778445" sldId="277"/>
            <ac:spMk id="13" creationId="{BF8DA3CF-9D4B-403A-9AD4-BB177DAB6CC1}"/>
          </ac:spMkLst>
        </pc:spChg>
        <pc:picChg chg="add mod modCrop">
          <ac:chgData name="renuka pallela" userId="437df7844ddeef9b" providerId="Windows Live" clId="Web-{4890F064-1EAB-2697-EC2C-B345CF43316D}" dt="2026-07-08T18:08:51.107" v="451" actId="14100"/>
          <ac:picMkLst>
            <pc:docMk/>
            <pc:sldMk cId="3214778445" sldId="277"/>
            <ac:picMk id="6" creationId="{AF6E6661-7D07-08E1-CDF9-94ADDCC1C80E}"/>
          </ac:picMkLst>
        </pc:picChg>
        <pc:picChg chg="add mod modCrop">
          <ac:chgData name="renuka pallela" userId="437df7844ddeef9b" providerId="Windows Live" clId="Web-{4890F064-1EAB-2697-EC2C-B345CF43316D}" dt="2026-07-08T18:10:48.217" v="464" actId="1076"/>
          <ac:picMkLst>
            <pc:docMk/>
            <pc:sldMk cId="3214778445" sldId="277"/>
            <ac:picMk id="8" creationId="{D403DFDA-CC52-E94A-991C-CB5EF897D269}"/>
          </ac:picMkLst>
        </pc:picChg>
      </pc:sldChg>
      <pc:sldChg chg="addSp delSp modSp new mod setBg">
        <pc:chgData name="renuka pallela" userId="437df7844ddeef9b" providerId="Windows Live" clId="Web-{4890F064-1EAB-2697-EC2C-B345CF43316D}" dt="2026-07-08T17:49:22.977" v="359" actId="20577"/>
        <pc:sldMkLst>
          <pc:docMk/>
          <pc:sldMk cId="3218253471" sldId="279"/>
        </pc:sldMkLst>
        <pc:spChg chg="mod">
          <ac:chgData name="renuka pallela" userId="437df7844ddeef9b" providerId="Windows Live" clId="Web-{4890F064-1EAB-2697-EC2C-B345CF43316D}" dt="2026-07-08T17:49:22.977" v="359" actId="20577"/>
          <ac:spMkLst>
            <pc:docMk/>
            <pc:sldMk cId="3218253471" sldId="279"/>
            <ac:spMk id="2" creationId="{430044A6-A225-F83A-AF2D-D682246090CC}"/>
          </ac:spMkLst>
        </pc:spChg>
        <pc:spChg chg="mod">
          <ac:chgData name="renuka pallela" userId="437df7844ddeef9b" providerId="Windows Live" clId="Web-{4890F064-1EAB-2697-EC2C-B345CF43316D}" dt="2026-07-08T17:49:03.789" v="357" actId="20577"/>
          <ac:spMkLst>
            <pc:docMk/>
            <pc:sldMk cId="3218253471" sldId="279"/>
            <ac:spMk id="4" creationId="{E4C6E70D-950E-3C6F-F1B0-B5178D6AF472}"/>
          </ac:spMkLst>
        </pc:spChg>
        <pc:spChg chg="add">
          <ac:chgData name="renuka pallela" userId="437df7844ddeef9b" providerId="Windows Live" clId="Web-{4890F064-1EAB-2697-EC2C-B345CF43316D}" dt="2026-07-08T17:41:45.044" v="302"/>
          <ac:spMkLst>
            <pc:docMk/>
            <pc:sldMk cId="3218253471" sldId="279"/>
            <ac:spMk id="9" creationId="{EFF9146B-4CCD-4CDB-AB9C-458005307E6F}"/>
          </ac:spMkLst>
        </pc:spChg>
        <pc:spChg chg="add">
          <ac:chgData name="renuka pallela" userId="437df7844ddeef9b" providerId="Windows Live" clId="Web-{4890F064-1EAB-2697-EC2C-B345CF43316D}" dt="2026-07-08T17:41:45.044" v="302"/>
          <ac:spMkLst>
            <pc:docMk/>
            <pc:sldMk cId="3218253471" sldId="279"/>
            <ac:spMk id="11" creationId="{5E1FEFA6-7D4F-4746-AE64-D4D52FE76DC2}"/>
          </ac:spMkLst>
        </pc:spChg>
        <pc:spChg chg="add">
          <ac:chgData name="renuka pallela" userId="437df7844ddeef9b" providerId="Windows Live" clId="Web-{4890F064-1EAB-2697-EC2C-B345CF43316D}" dt="2026-07-08T17:41:45.044" v="302"/>
          <ac:spMkLst>
            <pc:docMk/>
            <pc:sldMk cId="3218253471" sldId="279"/>
            <ac:spMk id="13" creationId="{BF8DA3CF-9D4B-403A-9AD4-BB177DAB6CC1}"/>
          </ac:spMkLst>
        </pc:spChg>
      </pc:sldChg>
      <pc:sldChg chg="addSp delSp modSp new mod setBg modClrScheme delDesignElem chgLayout">
        <pc:chgData name="renuka pallela" userId="437df7844ddeef9b" providerId="Windows Live" clId="Web-{4890F064-1EAB-2697-EC2C-B345CF43316D}" dt="2026-07-08T17:53:07.701" v="388"/>
        <pc:sldMkLst>
          <pc:docMk/>
          <pc:sldMk cId="294498478" sldId="280"/>
        </pc:sldMkLst>
        <pc:spChg chg="add mod ord">
          <ac:chgData name="renuka pallela" userId="437df7844ddeef9b" providerId="Windows Live" clId="Web-{4890F064-1EAB-2697-EC2C-B345CF43316D}" dt="2026-07-08T17:52:35.514" v="386"/>
          <ac:spMkLst>
            <pc:docMk/>
            <pc:sldMk cId="294498478" sldId="280"/>
            <ac:spMk id="7" creationId="{52C62230-82D0-7AE4-2D94-2D6E0EC09D56}"/>
          </ac:spMkLst>
        </pc:spChg>
        <pc:spChg chg="add">
          <ac:chgData name="renuka pallela" userId="437df7844ddeef9b" providerId="Windows Live" clId="Web-{4890F064-1EAB-2697-EC2C-B345CF43316D}" dt="2026-07-08T17:52:35.514" v="386"/>
          <ac:spMkLst>
            <pc:docMk/>
            <pc:sldMk cId="294498478" sldId="280"/>
            <ac:spMk id="30" creationId="{99485AE2-6BE9-4DCA-A6C4-83F4EEFCCCC0}"/>
          </ac:spMkLst>
        </pc:spChg>
        <pc:spChg chg="add">
          <ac:chgData name="renuka pallela" userId="437df7844ddeef9b" providerId="Windows Live" clId="Web-{4890F064-1EAB-2697-EC2C-B345CF43316D}" dt="2026-07-08T17:52:35.514" v="386"/>
          <ac:spMkLst>
            <pc:docMk/>
            <pc:sldMk cId="294498478" sldId="280"/>
            <ac:spMk id="32" creationId="{65BA7CAF-5EE9-4EEE-9E12-B2CECCB94D62}"/>
          </ac:spMkLst>
        </pc:spChg>
        <pc:spChg chg="add">
          <ac:chgData name="renuka pallela" userId="437df7844ddeef9b" providerId="Windows Live" clId="Web-{4890F064-1EAB-2697-EC2C-B345CF43316D}" dt="2026-07-08T17:52:35.514" v="386"/>
          <ac:spMkLst>
            <pc:docMk/>
            <pc:sldMk cId="294498478" sldId="280"/>
            <ac:spMk id="34" creationId="{EC199F73-795E-469A-AF4B-13FA2C7AB76F}"/>
          </ac:spMkLst>
        </pc:spChg>
      </pc:sldChg>
      <pc:sldChg chg="addSp delSp modSp new mod setBg">
        <pc:chgData name="renuka pallela" userId="437df7844ddeef9b" providerId="Windows Live" clId="Web-{4890F064-1EAB-2697-EC2C-B345CF43316D}" dt="2026-07-08T18:19:16.738" v="538" actId="20577"/>
        <pc:sldMkLst>
          <pc:docMk/>
          <pc:sldMk cId="564402235" sldId="281"/>
        </pc:sldMkLst>
        <pc:spChg chg="mod">
          <ac:chgData name="renuka pallela" userId="437df7844ddeef9b" providerId="Windows Live" clId="Web-{4890F064-1EAB-2697-EC2C-B345CF43316D}" dt="2026-07-08T18:19:16.738" v="538" actId="20577"/>
          <ac:spMkLst>
            <pc:docMk/>
            <pc:sldMk cId="564402235" sldId="281"/>
            <ac:spMk id="3" creationId="{31EA470F-FDBE-1605-7EB7-0DF5206FC858}"/>
          </ac:spMkLst>
        </pc:spChg>
        <pc:spChg chg="add">
          <ac:chgData name="renuka pallela" userId="437df7844ddeef9b" providerId="Windows Live" clId="Web-{4890F064-1EAB-2697-EC2C-B345CF43316D}" dt="2026-07-08T17:53:40.389" v="390"/>
          <ac:spMkLst>
            <pc:docMk/>
            <pc:sldMk cId="564402235" sldId="281"/>
            <ac:spMk id="8" creationId="{EFF9146B-4CCD-4CDB-AB9C-458005307E6F}"/>
          </ac:spMkLst>
        </pc:spChg>
        <pc:spChg chg="add">
          <ac:chgData name="renuka pallela" userId="437df7844ddeef9b" providerId="Windows Live" clId="Web-{4890F064-1EAB-2697-EC2C-B345CF43316D}" dt="2026-07-08T17:53:40.389" v="390"/>
          <ac:spMkLst>
            <pc:docMk/>
            <pc:sldMk cId="564402235" sldId="281"/>
            <ac:spMk id="10" creationId="{5E1FEFA6-7D4F-4746-AE64-D4D52FE76DC2}"/>
          </ac:spMkLst>
        </pc:spChg>
        <pc:spChg chg="add">
          <ac:chgData name="renuka pallela" userId="437df7844ddeef9b" providerId="Windows Live" clId="Web-{4890F064-1EAB-2697-EC2C-B345CF43316D}" dt="2026-07-08T17:53:40.389" v="390"/>
          <ac:spMkLst>
            <pc:docMk/>
            <pc:sldMk cId="564402235" sldId="281"/>
            <ac:spMk id="12" creationId="{BF8DA3CF-9D4B-403A-9AD4-BB177DAB6CC1}"/>
          </ac:spMkLst>
        </pc:spChg>
      </pc:sldChg>
    </pc:docChg>
  </pc:docChgLst>
  <pc:docChgLst>
    <pc:chgData name="renuka pallela" userId="437df7844ddeef9b" providerId="Windows Live" clId="Web-{D594EF73-6F9B-A9D2-8E20-1AD24183F7BB}"/>
    <pc:docChg chg="modSld">
      <pc:chgData name="renuka pallela" userId="437df7844ddeef9b" providerId="Windows Live" clId="Web-{D594EF73-6F9B-A9D2-8E20-1AD24183F7BB}" dt="2026-07-10T06:13:46.084" v="736" actId="14100"/>
      <pc:docMkLst>
        <pc:docMk/>
      </pc:docMkLst>
      <pc:sldChg chg="addSp modSp">
        <pc:chgData name="renuka pallela" userId="437df7844ddeef9b" providerId="Windows Live" clId="Web-{D594EF73-6F9B-A9D2-8E20-1AD24183F7BB}" dt="2026-07-10T06:10:11.435" v="728"/>
        <pc:sldMkLst>
          <pc:docMk/>
          <pc:sldMk cId="1778906613" sldId="258"/>
        </pc:sldMkLst>
        <pc:spChg chg="mod">
          <ac:chgData name="renuka pallela" userId="437df7844ddeef9b" providerId="Windows Live" clId="Web-{D594EF73-6F9B-A9D2-8E20-1AD24183F7BB}" dt="2026-07-10T06:08:39.400" v="686" actId="14100"/>
          <ac:spMkLst>
            <pc:docMk/>
            <pc:sldMk cId="1778906613" sldId="258"/>
            <ac:spMk id="2" creationId="{B2937C42-0A14-CD1A-C579-F9DDBF19D856}"/>
          </ac:spMkLst>
        </pc:spChg>
        <pc:spChg chg="mod">
          <ac:chgData name="renuka pallela" userId="437df7844ddeef9b" providerId="Windows Live" clId="Web-{D594EF73-6F9B-A9D2-8E20-1AD24183F7BB}" dt="2026-07-10T06:08:50.260" v="689" actId="20577"/>
          <ac:spMkLst>
            <pc:docMk/>
            <pc:sldMk cId="1778906613" sldId="258"/>
            <ac:spMk id="3" creationId="{BB92F908-71F2-ACA1-12C6-AE1D8BA5DA6A}"/>
          </ac:spMkLst>
        </pc:spChg>
        <pc:graphicFrameChg chg="add mod modGraphic">
          <ac:chgData name="renuka pallela" userId="437df7844ddeef9b" providerId="Windows Live" clId="Web-{D594EF73-6F9B-A9D2-8E20-1AD24183F7BB}" dt="2026-07-10T06:10:11.435" v="728"/>
          <ac:graphicFrameMkLst>
            <pc:docMk/>
            <pc:sldMk cId="1778906613" sldId="258"/>
            <ac:graphicFrameMk id="4" creationId="{CDD0EDA0-FBEC-9580-5582-85EA4B1E3B33}"/>
          </ac:graphicFrameMkLst>
        </pc:graphicFrameChg>
      </pc:sldChg>
      <pc:sldChg chg="addSp delSp modSp">
        <pc:chgData name="renuka pallela" userId="437df7844ddeef9b" providerId="Windows Live" clId="Web-{D594EF73-6F9B-A9D2-8E20-1AD24183F7BB}" dt="2026-07-10T06:13:46.084" v="736" actId="14100"/>
        <pc:sldMkLst>
          <pc:docMk/>
          <pc:sldMk cId="3673960322" sldId="266"/>
        </pc:sldMkLst>
        <pc:picChg chg="add mod">
          <ac:chgData name="renuka pallela" userId="437df7844ddeef9b" providerId="Windows Live" clId="Web-{D594EF73-6F9B-A9D2-8E20-1AD24183F7BB}" dt="2026-07-10T06:13:46.084" v="736" actId="14100"/>
          <ac:picMkLst>
            <pc:docMk/>
            <pc:sldMk cId="3673960322" sldId="266"/>
            <ac:picMk id="3" creationId="{82A1AA2E-F41B-26E5-84BE-9E8FCEF3A9A6}"/>
          </ac:picMkLst>
        </pc:picChg>
        <pc:picChg chg="del">
          <ac:chgData name="renuka pallela" userId="437df7844ddeef9b" providerId="Windows Live" clId="Web-{D594EF73-6F9B-A9D2-8E20-1AD24183F7BB}" dt="2026-07-10T06:10:51.280" v="729"/>
          <ac:picMkLst>
            <pc:docMk/>
            <pc:sldMk cId="3673960322" sldId="266"/>
            <ac:picMk id="8" creationId="{702FB950-DCFE-5AF1-CBBE-2DB1722CDF3F}"/>
          </ac:picMkLst>
        </pc:picChg>
        <pc:picChg chg="del">
          <ac:chgData name="renuka pallela" userId="437df7844ddeef9b" providerId="Windows Live" clId="Web-{D594EF73-6F9B-A9D2-8E20-1AD24183F7BB}" dt="2026-07-10T06:10:55.577" v="730"/>
          <ac:picMkLst>
            <pc:docMk/>
            <pc:sldMk cId="3673960322" sldId="266"/>
            <ac:picMk id="10" creationId="{A7A92008-753B-4BF7-F99E-F8498B1B66F2}"/>
          </ac:picMkLst>
        </pc:picChg>
      </pc:sldChg>
      <pc:sldChg chg="modSp">
        <pc:chgData name="renuka pallela" userId="437df7844ddeef9b" providerId="Windows Live" clId="Web-{D594EF73-6F9B-A9D2-8E20-1AD24183F7BB}" dt="2026-07-10T05:39:21.644" v="15" actId="20577"/>
        <pc:sldMkLst>
          <pc:docMk/>
          <pc:sldMk cId="3218253471" sldId="279"/>
        </pc:sldMkLst>
        <pc:spChg chg="mod">
          <ac:chgData name="renuka pallela" userId="437df7844ddeef9b" providerId="Windows Live" clId="Web-{D594EF73-6F9B-A9D2-8E20-1AD24183F7BB}" dt="2026-07-10T05:39:06.894" v="11" actId="20577"/>
          <ac:spMkLst>
            <pc:docMk/>
            <pc:sldMk cId="3218253471" sldId="279"/>
            <ac:spMk id="2" creationId="{430044A6-A225-F83A-AF2D-D682246090CC}"/>
          </ac:spMkLst>
        </pc:spChg>
        <pc:spChg chg="mod">
          <ac:chgData name="renuka pallela" userId="437df7844ddeef9b" providerId="Windows Live" clId="Web-{D594EF73-6F9B-A9D2-8E20-1AD24183F7BB}" dt="2026-07-10T05:39:21.644" v="15" actId="20577"/>
          <ac:spMkLst>
            <pc:docMk/>
            <pc:sldMk cId="3218253471" sldId="279"/>
            <ac:spMk id="4" creationId="{E4C6E70D-950E-3C6F-F1B0-B5178D6AF472}"/>
          </ac:spMkLst>
        </pc:spChg>
      </pc:sldChg>
      <pc:sldChg chg="delSp modSp">
        <pc:chgData name="renuka pallela" userId="437df7844ddeef9b" providerId="Windows Live" clId="Web-{D594EF73-6F9B-A9D2-8E20-1AD24183F7BB}" dt="2026-07-10T06:05:28.018" v="663" actId="20577"/>
        <pc:sldMkLst>
          <pc:docMk/>
          <pc:sldMk cId="564402235" sldId="281"/>
        </pc:sldMkLst>
        <pc:spChg chg="mod">
          <ac:chgData name="renuka pallela" userId="437df7844ddeef9b" providerId="Windows Live" clId="Web-{D594EF73-6F9B-A9D2-8E20-1AD24183F7BB}" dt="2026-07-10T06:05:28.018" v="663" actId="20577"/>
          <ac:spMkLst>
            <pc:docMk/>
            <pc:sldMk cId="564402235" sldId="281"/>
            <ac:spMk id="3" creationId="{31EA470F-FDBE-1605-7EB7-0DF5206FC858}"/>
          </ac:spMkLst>
        </pc:spChg>
        <pc:graphicFrameChg chg="del mod modGraphic">
          <ac:chgData name="renuka pallela" userId="437df7844ddeef9b" providerId="Windows Live" clId="Web-{D594EF73-6F9B-A9D2-8E20-1AD24183F7BB}" dt="2026-07-10T05:40:00.521" v="54"/>
          <ac:graphicFrameMkLst>
            <pc:docMk/>
            <pc:sldMk cId="564402235" sldId="281"/>
            <ac:graphicFrameMk id="4" creationId="{F37449A0-5C15-A526-0D66-449350A338C4}"/>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18E73F-F0AB-4BC9-9B55-B1E69CF2E47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3769080C-849B-440B-9F84-60A30EECD4C1}">
      <dgm:prSet/>
      <dgm:spPr/>
      <dgm:t>
        <a:bodyPr/>
        <a:lstStyle/>
        <a:p>
          <a:pPr>
            <a:lnSpc>
              <a:spcPct val="100000"/>
            </a:lnSpc>
          </a:pPr>
          <a:r>
            <a:rPr lang="en-US"/>
            <a:t>Data Collection</a:t>
          </a:r>
        </a:p>
      </dgm:t>
    </dgm:pt>
    <dgm:pt modelId="{73CFE06C-C2D7-44A5-B5E7-24DE8F14A15D}" type="parTrans" cxnId="{C8DE1F1F-FC7C-4B18-B088-44536A635D59}">
      <dgm:prSet/>
      <dgm:spPr/>
      <dgm:t>
        <a:bodyPr/>
        <a:lstStyle/>
        <a:p>
          <a:endParaRPr lang="en-US"/>
        </a:p>
      </dgm:t>
    </dgm:pt>
    <dgm:pt modelId="{5055EF50-6559-4486-B807-FB9015301D4C}" type="sibTrans" cxnId="{C8DE1F1F-FC7C-4B18-B088-44536A635D59}">
      <dgm:prSet/>
      <dgm:spPr/>
      <dgm:t>
        <a:bodyPr/>
        <a:lstStyle/>
        <a:p>
          <a:pPr>
            <a:lnSpc>
              <a:spcPct val="100000"/>
            </a:lnSpc>
          </a:pPr>
          <a:endParaRPr lang="en-US"/>
        </a:p>
      </dgm:t>
    </dgm:pt>
    <dgm:pt modelId="{59BF254E-5371-42E1-B6D9-F378A93F3FAA}">
      <dgm:prSet/>
      <dgm:spPr/>
      <dgm:t>
        <a:bodyPr/>
        <a:lstStyle/>
        <a:p>
          <a:pPr>
            <a:lnSpc>
              <a:spcPct val="100000"/>
            </a:lnSpc>
          </a:pPr>
          <a:r>
            <a:rPr lang="en-US"/>
            <a:t>Data Cleaning</a:t>
          </a:r>
        </a:p>
      </dgm:t>
    </dgm:pt>
    <dgm:pt modelId="{7CD661DD-4C3D-4E8E-B412-3701336943C6}" type="parTrans" cxnId="{AD5D75A4-5AB6-4D2D-908F-586D303CA5EF}">
      <dgm:prSet/>
      <dgm:spPr/>
      <dgm:t>
        <a:bodyPr/>
        <a:lstStyle/>
        <a:p>
          <a:endParaRPr lang="en-US"/>
        </a:p>
      </dgm:t>
    </dgm:pt>
    <dgm:pt modelId="{B3D27A61-9309-463C-98FD-15B218D96B14}" type="sibTrans" cxnId="{AD5D75A4-5AB6-4D2D-908F-586D303CA5EF}">
      <dgm:prSet/>
      <dgm:spPr/>
      <dgm:t>
        <a:bodyPr/>
        <a:lstStyle/>
        <a:p>
          <a:pPr>
            <a:lnSpc>
              <a:spcPct val="100000"/>
            </a:lnSpc>
          </a:pPr>
          <a:endParaRPr lang="en-US"/>
        </a:p>
      </dgm:t>
    </dgm:pt>
    <dgm:pt modelId="{54A1543D-E9EA-4595-A919-0146BD8D19BB}">
      <dgm:prSet/>
      <dgm:spPr/>
      <dgm:t>
        <a:bodyPr/>
        <a:lstStyle/>
        <a:p>
          <a:pPr>
            <a:lnSpc>
              <a:spcPct val="100000"/>
            </a:lnSpc>
          </a:pPr>
          <a:r>
            <a:rPr lang="en-US"/>
            <a:t>Visualization</a:t>
          </a:r>
        </a:p>
      </dgm:t>
    </dgm:pt>
    <dgm:pt modelId="{A351B6A5-4656-4182-A540-B91536BB178F}" type="parTrans" cxnId="{892D64D1-4E7D-4964-BBDB-E73083559BDE}">
      <dgm:prSet/>
      <dgm:spPr/>
      <dgm:t>
        <a:bodyPr/>
        <a:lstStyle/>
        <a:p>
          <a:endParaRPr lang="en-US"/>
        </a:p>
      </dgm:t>
    </dgm:pt>
    <dgm:pt modelId="{C23412F3-8FC5-4CBB-B6AF-6873387B5E38}" type="sibTrans" cxnId="{892D64D1-4E7D-4964-BBDB-E73083559BDE}">
      <dgm:prSet/>
      <dgm:spPr/>
      <dgm:t>
        <a:bodyPr/>
        <a:lstStyle/>
        <a:p>
          <a:pPr>
            <a:lnSpc>
              <a:spcPct val="100000"/>
            </a:lnSpc>
          </a:pPr>
          <a:endParaRPr lang="en-US"/>
        </a:p>
      </dgm:t>
    </dgm:pt>
    <dgm:pt modelId="{7D62711A-49FF-4476-A4D4-0B617D6BD903}">
      <dgm:prSet/>
      <dgm:spPr/>
      <dgm:t>
        <a:bodyPr/>
        <a:lstStyle/>
        <a:p>
          <a:pPr>
            <a:lnSpc>
              <a:spcPct val="100000"/>
            </a:lnSpc>
          </a:pPr>
          <a:r>
            <a:rPr lang="en-US"/>
            <a:t>Model Building</a:t>
          </a:r>
        </a:p>
      </dgm:t>
    </dgm:pt>
    <dgm:pt modelId="{15E2572D-433C-4F8F-871F-B1F76C1B233B}" type="parTrans" cxnId="{F2709EA0-D029-4088-AFF6-F0295463212C}">
      <dgm:prSet/>
      <dgm:spPr/>
      <dgm:t>
        <a:bodyPr/>
        <a:lstStyle/>
        <a:p>
          <a:endParaRPr lang="en-US"/>
        </a:p>
      </dgm:t>
    </dgm:pt>
    <dgm:pt modelId="{79FB6615-C3AF-4A12-AACD-9B23820E7A69}" type="sibTrans" cxnId="{F2709EA0-D029-4088-AFF6-F0295463212C}">
      <dgm:prSet/>
      <dgm:spPr/>
      <dgm:t>
        <a:bodyPr/>
        <a:lstStyle/>
        <a:p>
          <a:pPr>
            <a:lnSpc>
              <a:spcPct val="100000"/>
            </a:lnSpc>
          </a:pPr>
          <a:endParaRPr lang="en-US"/>
        </a:p>
      </dgm:t>
    </dgm:pt>
    <dgm:pt modelId="{09AD5F34-9F4E-4033-BD07-A95E342352C9}">
      <dgm:prSet/>
      <dgm:spPr/>
      <dgm:t>
        <a:bodyPr/>
        <a:lstStyle/>
        <a:p>
          <a:pPr>
            <a:lnSpc>
              <a:spcPct val="100000"/>
            </a:lnSpc>
          </a:pPr>
          <a:r>
            <a:rPr lang="en-US"/>
            <a:t>Model Evaluation</a:t>
          </a:r>
        </a:p>
      </dgm:t>
    </dgm:pt>
    <dgm:pt modelId="{8D69D956-D388-4921-A86E-8665BB0FAF4B}" type="parTrans" cxnId="{CE4E4709-D212-4E9F-9FF4-041C3868E434}">
      <dgm:prSet/>
      <dgm:spPr/>
      <dgm:t>
        <a:bodyPr/>
        <a:lstStyle/>
        <a:p>
          <a:endParaRPr lang="en-US"/>
        </a:p>
      </dgm:t>
    </dgm:pt>
    <dgm:pt modelId="{9F554176-12AC-417B-9CAA-393A76BEFFDD}" type="sibTrans" cxnId="{CE4E4709-D212-4E9F-9FF4-041C3868E434}">
      <dgm:prSet/>
      <dgm:spPr/>
      <dgm:t>
        <a:bodyPr/>
        <a:lstStyle/>
        <a:p>
          <a:pPr>
            <a:lnSpc>
              <a:spcPct val="100000"/>
            </a:lnSpc>
          </a:pPr>
          <a:endParaRPr lang="en-US"/>
        </a:p>
      </dgm:t>
    </dgm:pt>
    <dgm:pt modelId="{E390AAA0-0BD4-4C52-AB3E-DA664864D721}">
      <dgm:prSet/>
      <dgm:spPr/>
      <dgm:t>
        <a:bodyPr/>
        <a:lstStyle/>
        <a:p>
          <a:pPr>
            <a:lnSpc>
              <a:spcPct val="100000"/>
            </a:lnSpc>
          </a:pPr>
          <a:r>
            <a:rPr lang="en-US"/>
            <a:t>Deployment</a:t>
          </a:r>
        </a:p>
      </dgm:t>
    </dgm:pt>
    <dgm:pt modelId="{D6FD1491-0EF0-4F1F-B3D4-41A73B17BC5E}" type="parTrans" cxnId="{447C4C1C-E900-4D0A-8968-138EC4071662}">
      <dgm:prSet/>
      <dgm:spPr/>
      <dgm:t>
        <a:bodyPr/>
        <a:lstStyle/>
        <a:p>
          <a:endParaRPr lang="en-US"/>
        </a:p>
      </dgm:t>
    </dgm:pt>
    <dgm:pt modelId="{ACB8286C-C250-44BD-8F3C-64259863DC0B}" type="sibTrans" cxnId="{447C4C1C-E900-4D0A-8968-138EC4071662}">
      <dgm:prSet/>
      <dgm:spPr/>
      <dgm:t>
        <a:bodyPr/>
        <a:lstStyle/>
        <a:p>
          <a:endParaRPr lang="en-US"/>
        </a:p>
      </dgm:t>
    </dgm:pt>
    <dgm:pt modelId="{65B608DE-8CE9-484C-8B53-F1CCD46C8A1F}" type="pres">
      <dgm:prSet presAssocID="{B718E73F-F0AB-4BC9-9B55-B1E69CF2E47C}" presName="linear" presStyleCnt="0">
        <dgm:presLayoutVars>
          <dgm:animLvl val="lvl"/>
          <dgm:resizeHandles val="exact"/>
        </dgm:presLayoutVars>
      </dgm:prSet>
      <dgm:spPr/>
    </dgm:pt>
    <dgm:pt modelId="{066FAEB7-9FA0-41DF-855E-45B3496B05CE}" type="pres">
      <dgm:prSet presAssocID="{3769080C-849B-440B-9F84-60A30EECD4C1}" presName="parentText" presStyleLbl="node1" presStyleIdx="0" presStyleCnt="6">
        <dgm:presLayoutVars>
          <dgm:chMax val="0"/>
          <dgm:bulletEnabled val="1"/>
        </dgm:presLayoutVars>
      </dgm:prSet>
      <dgm:spPr/>
    </dgm:pt>
    <dgm:pt modelId="{2F3F439C-6B03-4354-9DE5-FCC35D5B574C}" type="pres">
      <dgm:prSet presAssocID="{5055EF50-6559-4486-B807-FB9015301D4C}" presName="spacer" presStyleCnt="0"/>
      <dgm:spPr/>
    </dgm:pt>
    <dgm:pt modelId="{B0FB24B3-AE48-4273-8613-0575C333E0B1}" type="pres">
      <dgm:prSet presAssocID="{59BF254E-5371-42E1-B6D9-F378A93F3FAA}" presName="parentText" presStyleLbl="node1" presStyleIdx="1" presStyleCnt="6">
        <dgm:presLayoutVars>
          <dgm:chMax val="0"/>
          <dgm:bulletEnabled val="1"/>
        </dgm:presLayoutVars>
      </dgm:prSet>
      <dgm:spPr/>
    </dgm:pt>
    <dgm:pt modelId="{050813A5-9609-4A1F-AE4C-0AEA362E92BE}" type="pres">
      <dgm:prSet presAssocID="{B3D27A61-9309-463C-98FD-15B218D96B14}" presName="spacer" presStyleCnt="0"/>
      <dgm:spPr/>
    </dgm:pt>
    <dgm:pt modelId="{48323AC6-BB82-45D7-BC5E-EBDE6EB6188A}" type="pres">
      <dgm:prSet presAssocID="{54A1543D-E9EA-4595-A919-0146BD8D19BB}" presName="parentText" presStyleLbl="node1" presStyleIdx="2" presStyleCnt="6">
        <dgm:presLayoutVars>
          <dgm:chMax val="0"/>
          <dgm:bulletEnabled val="1"/>
        </dgm:presLayoutVars>
      </dgm:prSet>
      <dgm:spPr/>
    </dgm:pt>
    <dgm:pt modelId="{4B4204A3-2C77-493B-AA0F-59FAC717D096}" type="pres">
      <dgm:prSet presAssocID="{C23412F3-8FC5-4CBB-B6AF-6873387B5E38}" presName="spacer" presStyleCnt="0"/>
      <dgm:spPr/>
    </dgm:pt>
    <dgm:pt modelId="{D1929F5C-9A90-44AA-9179-4AB53175F9C0}" type="pres">
      <dgm:prSet presAssocID="{7D62711A-49FF-4476-A4D4-0B617D6BD903}" presName="parentText" presStyleLbl="node1" presStyleIdx="3" presStyleCnt="6">
        <dgm:presLayoutVars>
          <dgm:chMax val="0"/>
          <dgm:bulletEnabled val="1"/>
        </dgm:presLayoutVars>
      </dgm:prSet>
      <dgm:spPr/>
    </dgm:pt>
    <dgm:pt modelId="{EBF29E00-8A7E-4FC5-AD85-CE6FC696FD3C}" type="pres">
      <dgm:prSet presAssocID="{79FB6615-C3AF-4A12-AACD-9B23820E7A69}" presName="spacer" presStyleCnt="0"/>
      <dgm:spPr/>
    </dgm:pt>
    <dgm:pt modelId="{26B133C3-2115-48C8-8219-2B4EE46988F4}" type="pres">
      <dgm:prSet presAssocID="{09AD5F34-9F4E-4033-BD07-A95E342352C9}" presName="parentText" presStyleLbl="node1" presStyleIdx="4" presStyleCnt="6">
        <dgm:presLayoutVars>
          <dgm:chMax val="0"/>
          <dgm:bulletEnabled val="1"/>
        </dgm:presLayoutVars>
      </dgm:prSet>
      <dgm:spPr/>
    </dgm:pt>
    <dgm:pt modelId="{B3755E44-0CCE-4C5E-827A-1EA1EF464DCF}" type="pres">
      <dgm:prSet presAssocID="{9F554176-12AC-417B-9CAA-393A76BEFFDD}" presName="spacer" presStyleCnt="0"/>
      <dgm:spPr/>
    </dgm:pt>
    <dgm:pt modelId="{7069648A-5ECC-4045-8857-E55CFBDE6D8E}" type="pres">
      <dgm:prSet presAssocID="{E390AAA0-0BD4-4C52-AB3E-DA664864D721}" presName="parentText" presStyleLbl="node1" presStyleIdx="5" presStyleCnt="6">
        <dgm:presLayoutVars>
          <dgm:chMax val="0"/>
          <dgm:bulletEnabled val="1"/>
        </dgm:presLayoutVars>
      </dgm:prSet>
      <dgm:spPr/>
    </dgm:pt>
  </dgm:ptLst>
  <dgm:cxnLst>
    <dgm:cxn modelId="{CE4E4709-D212-4E9F-9FF4-041C3868E434}" srcId="{B718E73F-F0AB-4BC9-9B55-B1E69CF2E47C}" destId="{09AD5F34-9F4E-4033-BD07-A95E342352C9}" srcOrd="4" destOrd="0" parTransId="{8D69D956-D388-4921-A86E-8665BB0FAF4B}" sibTransId="{9F554176-12AC-417B-9CAA-393A76BEFFDD}"/>
    <dgm:cxn modelId="{9A389F15-C0F8-4180-80F3-428ABB069049}" type="presOf" srcId="{54A1543D-E9EA-4595-A919-0146BD8D19BB}" destId="{48323AC6-BB82-45D7-BC5E-EBDE6EB6188A}" srcOrd="0" destOrd="0" presId="urn:microsoft.com/office/officeart/2005/8/layout/vList2"/>
    <dgm:cxn modelId="{C3853E18-B4CC-4DB8-8810-C303FEB4716B}" type="presOf" srcId="{B718E73F-F0AB-4BC9-9B55-B1E69CF2E47C}" destId="{65B608DE-8CE9-484C-8B53-F1CCD46C8A1F}" srcOrd="0" destOrd="0" presId="urn:microsoft.com/office/officeart/2005/8/layout/vList2"/>
    <dgm:cxn modelId="{447C4C1C-E900-4D0A-8968-138EC4071662}" srcId="{B718E73F-F0AB-4BC9-9B55-B1E69CF2E47C}" destId="{E390AAA0-0BD4-4C52-AB3E-DA664864D721}" srcOrd="5" destOrd="0" parTransId="{D6FD1491-0EF0-4F1F-B3D4-41A73B17BC5E}" sibTransId="{ACB8286C-C250-44BD-8F3C-64259863DC0B}"/>
    <dgm:cxn modelId="{C8DE1F1F-FC7C-4B18-B088-44536A635D59}" srcId="{B718E73F-F0AB-4BC9-9B55-B1E69CF2E47C}" destId="{3769080C-849B-440B-9F84-60A30EECD4C1}" srcOrd="0" destOrd="0" parTransId="{73CFE06C-C2D7-44A5-B5E7-24DE8F14A15D}" sibTransId="{5055EF50-6559-4486-B807-FB9015301D4C}"/>
    <dgm:cxn modelId="{E5B9DC43-6956-40A0-B2E8-9794BC19EC26}" type="presOf" srcId="{E390AAA0-0BD4-4C52-AB3E-DA664864D721}" destId="{7069648A-5ECC-4045-8857-E55CFBDE6D8E}" srcOrd="0" destOrd="0" presId="urn:microsoft.com/office/officeart/2005/8/layout/vList2"/>
    <dgm:cxn modelId="{8B7F8272-BF7F-429E-A115-12EFEB95027C}" type="presOf" srcId="{3769080C-849B-440B-9F84-60A30EECD4C1}" destId="{066FAEB7-9FA0-41DF-855E-45B3496B05CE}" srcOrd="0" destOrd="0" presId="urn:microsoft.com/office/officeart/2005/8/layout/vList2"/>
    <dgm:cxn modelId="{F2709EA0-D029-4088-AFF6-F0295463212C}" srcId="{B718E73F-F0AB-4BC9-9B55-B1E69CF2E47C}" destId="{7D62711A-49FF-4476-A4D4-0B617D6BD903}" srcOrd="3" destOrd="0" parTransId="{15E2572D-433C-4F8F-871F-B1F76C1B233B}" sibTransId="{79FB6615-C3AF-4A12-AACD-9B23820E7A69}"/>
    <dgm:cxn modelId="{AD5D75A4-5AB6-4D2D-908F-586D303CA5EF}" srcId="{B718E73F-F0AB-4BC9-9B55-B1E69CF2E47C}" destId="{59BF254E-5371-42E1-B6D9-F378A93F3FAA}" srcOrd="1" destOrd="0" parTransId="{7CD661DD-4C3D-4E8E-B412-3701336943C6}" sibTransId="{B3D27A61-9309-463C-98FD-15B218D96B14}"/>
    <dgm:cxn modelId="{D9EAFBCD-BA09-4500-84D3-09671C402489}" type="presOf" srcId="{59BF254E-5371-42E1-B6D9-F378A93F3FAA}" destId="{B0FB24B3-AE48-4273-8613-0575C333E0B1}" srcOrd="0" destOrd="0" presId="urn:microsoft.com/office/officeart/2005/8/layout/vList2"/>
    <dgm:cxn modelId="{A92D30CF-BB5D-4B21-BA0F-79BFF04B11BB}" type="presOf" srcId="{7D62711A-49FF-4476-A4D4-0B617D6BD903}" destId="{D1929F5C-9A90-44AA-9179-4AB53175F9C0}" srcOrd="0" destOrd="0" presId="urn:microsoft.com/office/officeart/2005/8/layout/vList2"/>
    <dgm:cxn modelId="{892D64D1-4E7D-4964-BBDB-E73083559BDE}" srcId="{B718E73F-F0AB-4BC9-9B55-B1E69CF2E47C}" destId="{54A1543D-E9EA-4595-A919-0146BD8D19BB}" srcOrd="2" destOrd="0" parTransId="{A351B6A5-4656-4182-A540-B91536BB178F}" sibTransId="{C23412F3-8FC5-4CBB-B6AF-6873387B5E38}"/>
    <dgm:cxn modelId="{EF97B0F9-13C2-4FC0-9F2D-540494BBBFE2}" type="presOf" srcId="{09AD5F34-9F4E-4033-BD07-A95E342352C9}" destId="{26B133C3-2115-48C8-8219-2B4EE46988F4}" srcOrd="0" destOrd="0" presId="urn:microsoft.com/office/officeart/2005/8/layout/vList2"/>
    <dgm:cxn modelId="{23CEBBCF-A34E-4A32-A933-BA48A91B60EE}" type="presParOf" srcId="{65B608DE-8CE9-484C-8B53-F1CCD46C8A1F}" destId="{066FAEB7-9FA0-41DF-855E-45B3496B05CE}" srcOrd="0" destOrd="0" presId="urn:microsoft.com/office/officeart/2005/8/layout/vList2"/>
    <dgm:cxn modelId="{D840D45C-3743-4CA8-B2AE-C1F059F376C9}" type="presParOf" srcId="{65B608DE-8CE9-484C-8B53-F1CCD46C8A1F}" destId="{2F3F439C-6B03-4354-9DE5-FCC35D5B574C}" srcOrd="1" destOrd="0" presId="urn:microsoft.com/office/officeart/2005/8/layout/vList2"/>
    <dgm:cxn modelId="{A7C40B24-D8A1-4732-A8E7-12178552285C}" type="presParOf" srcId="{65B608DE-8CE9-484C-8B53-F1CCD46C8A1F}" destId="{B0FB24B3-AE48-4273-8613-0575C333E0B1}" srcOrd="2" destOrd="0" presId="urn:microsoft.com/office/officeart/2005/8/layout/vList2"/>
    <dgm:cxn modelId="{87A6C858-87B7-4ECE-9516-0CF014E3A2CF}" type="presParOf" srcId="{65B608DE-8CE9-484C-8B53-F1CCD46C8A1F}" destId="{050813A5-9609-4A1F-AE4C-0AEA362E92BE}" srcOrd="3" destOrd="0" presId="urn:microsoft.com/office/officeart/2005/8/layout/vList2"/>
    <dgm:cxn modelId="{053DC013-587D-4F33-87E7-8C693BE3686E}" type="presParOf" srcId="{65B608DE-8CE9-484C-8B53-F1CCD46C8A1F}" destId="{48323AC6-BB82-45D7-BC5E-EBDE6EB6188A}" srcOrd="4" destOrd="0" presId="urn:microsoft.com/office/officeart/2005/8/layout/vList2"/>
    <dgm:cxn modelId="{10630116-929D-47E6-B801-AB11D4302CA5}" type="presParOf" srcId="{65B608DE-8CE9-484C-8B53-F1CCD46C8A1F}" destId="{4B4204A3-2C77-493B-AA0F-59FAC717D096}" srcOrd="5" destOrd="0" presId="urn:microsoft.com/office/officeart/2005/8/layout/vList2"/>
    <dgm:cxn modelId="{FA248E87-3D6F-4956-81F1-A8725447A222}" type="presParOf" srcId="{65B608DE-8CE9-484C-8B53-F1CCD46C8A1F}" destId="{D1929F5C-9A90-44AA-9179-4AB53175F9C0}" srcOrd="6" destOrd="0" presId="urn:microsoft.com/office/officeart/2005/8/layout/vList2"/>
    <dgm:cxn modelId="{D0C66AEC-6861-4529-B26A-0C88918AD9F8}" type="presParOf" srcId="{65B608DE-8CE9-484C-8B53-F1CCD46C8A1F}" destId="{EBF29E00-8A7E-4FC5-AD85-CE6FC696FD3C}" srcOrd="7" destOrd="0" presId="urn:microsoft.com/office/officeart/2005/8/layout/vList2"/>
    <dgm:cxn modelId="{73EE9EBF-DB9A-49B1-A482-9A81C02BE6FC}" type="presParOf" srcId="{65B608DE-8CE9-484C-8B53-F1CCD46C8A1F}" destId="{26B133C3-2115-48C8-8219-2B4EE46988F4}" srcOrd="8" destOrd="0" presId="urn:microsoft.com/office/officeart/2005/8/layout/vList2"/>
    <dgm:cxn modelId="{026BB4A2-FB29-4A9D-A2FB-36475EB2AFB9}" type="presParOf" srcId="{65B608DE-8CE9-484C-8B53-F1CCD46C8A1F}" destId="{B3755E44-0CCE-4C5E-827A-1EA1EF464DCF}" srcOrd="9" destOrd="0" presId="urn:microsoft.com/office/officeart/2005/8/layout/vList2"/>
    <dgm:cxn modelId="{6FE3DB45-E9B3-4B4D-8010-1EA437D43E49}" type="presParOf" srcId="{65B608DE-8CE9-484C-8B53-F1CCD46C8A1F}" destId="{7069648A-5ECC-4045-8857-E55CFBDE6D8E}"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FAEB7-9FA0-41DF-855E-45B3496B05CE}">
      <dsp:nvSpPr>
        <dsp:cNvPr id="0" name=""/>
        <dsp:cNvSpPr/>
      </dsp:nvSpPr>
      <dsp:spPr>
        <a:xfrm>
          <a:off x="0" y="23663"/>
          <a:ext cx="5157787" cy="553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00000"/>
            </a:lnSpc>
            <a:spcBef>
              <a:spcPct val="0"/>
            </a:spcBef>
            <a:spcAft>
              <a:spcPct val="35000"/>
            </a:spcAft>
            <a:buNone/>
          </a:pPr>
          <a:r>
            <a:rPr lang="en-US" sz="2200" kern="1200"/>
            <a:t>Data Collection</a:t>
          </a:r>
        </a:p>
      </dsp:txBody>
      <dsp:txXfrm>
        <a:off x="27015" y="50678"/>
        <a:ext cx="5103757" cy="499380"/>
      </dsp:txXfrm>
    </dsp:sp>
    <dsp:sp modelId="{B0FB24B3-AE48-4273-8613-0575C333E0B1}">
      <dsp:nvSpPr>
        <dsp:cNvPr id="0" name=""/>
        <dsp:cNvSpPr/>
      </dsp:nvSpPr>
      <dsp:spPr>
        <a:xfrm>
          <a:off x="0" y="640433"/>
          <a:ext cx="5157787" cy="553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00000"/>
            </a:lnSpc>
            <a:spcBef>
              <a:spcPct val="0"/>
            </a:spcBef>
            <a:spcAft>
              <a:spcPct val="35000"/>
            </a:spcAft>
            <a:buNone/>
          </a:pPr>
          <a:r>
            <a:rPr lang="en-US" sz="2200" kern="1200"/>
            <a:t>Data Cleaning</a:t>
          </a:r>
        </a:p>
      </dsp:txBody>
      <dsp:txXfrm>
        <a:off x="27015" y="667448"/>
        <a:ext cx="5103757" cy="499380"/>
      </dsp:txXfrm>
    </dsp:sp>
    <dsp:sp modelId="{48323AC6-BB82-45D7-BC5E-EBDE6EB6188A}">
      <dsp:nvSpPr>
        <dsp:cNvPr id="0" name=""/>
        <dsp:cNvSpPr/>
      </dsp:nvSpPr>
      <dsp:spPr>
        <a:xfrm>
          <a:off x="0" y="1257203"/>
          <a:ext cx="5157787" cy="553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00000"/>
            </a:lnSpc>
            <a:spcBef>
              <a:spcPct val="0"/>
            </a:spcBef>
            <a:spcAft>
              <a:spcPct val="35000"/>
            </a:spcAft>
            <a:buNone/>
          </a:pPr>
          <a:r>
            <a:rPr lang="en-US" sz="2200" kern="1200"/>
            <a:t>Visualization</a:t>
          </a:r>
        </a:p>
      </dsp:txBody>
      <dsp:txXfrm>
        <a:off x="27015" y="1284218"/>
        <a:ext cx="5103757" cy="499380"/>
      </dsp:txXfrm>
    </dsp:sp>
    <dsp:sp modelId="{D1929F5C-9A90-44AA-9179-4AB53175F9C0}">
      <dsp:nvSpPr>
        <dsp:cNvPr id="0" name=""/>
        <dsp:cNvSpPr/>
      </dsp:nvSpPr>
      <dsp:spPr>
        <a:xfrm>
          <a:off x="0" y="1873973"/>
          <a:ext cx="5157787" cy="553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00000"/>
            </a:lnSpc>
            <a:spcBef>
              <a:spcPct val="0"/>
            </a:spcBef>
            <a:spcAft>
              <a:spcPct val="35000"/>
            </a:spcAft>
            <a:buNone/>
          </a:pPr>
          <a:r>
            <a:rPr lang="en-US" sz="2200" kern="1200"/>
            <a:t>Model Building</a:t>
          </a:r>
        </a:p>
      </dsp:txBody>
      <dsp:txXfrm>
        <a:off x="27015" y="1900988"/>
        <a:ext cx="5103757" cy="499380"/>
      </dsp:txXfrm>
    </dsp:sp>
    <dsp:sp modelId="{26B133C3-2115-48C8-8219-2B4EE46988F4}">
      <dsp:nvSpPr>
        <dsp:cNvPr id="0" name=""/>
        <dsp:cNvSpPr/>
      </dsp:nvSpPr>
      <dsp:spPr>
        <a:xfrm>
          <a:off x="0" y="2490743"/>
          <a:ext cx="5157787" cy="553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00000"/>
            </a:lnSpc>
            <a:spcBef>
              <a:spcPct val="0"/>
            </a:spcBef>
            <a:spcAft>
              <a:spcPct val="35000"/>
            </a:spcAft>
            <a:buNone/>
          </a:pPr>
          <a:r>
            <a:rPr lang="en-US" sz="2200" kern="1200"/>
            <a:t>Model Evaluation</a:t>
          </a:r>
        </a:p>
      </dsp:txBody>
      <dsp:txXfrm>
        <a:off x="27015" y="2517758"/>
        <a:ext cx="5103757" cy="499380"/>
      </dsp:txXfrm>
    </dsp:sp>
    <dsp:sp modelId="{7069648A-5ECC-4045-8857-E55CFBDE6D8E}">
      <dsp:nvSpPr>
        <dsp:cNvPr id="0" name=""/>
        <dsp:cNvSpPr/>
      </dsp:nvSpPr>
      <dsp:spPr>
        <a:xfrm>
          <a:off x="0" y="3107514"/>
          <a:ext cx="5157787" cy="5534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100000"/>
            </a:lnSpc>
            <a:spcBef>
              <a:spcPct val="0"/>
            </a:spcBef>
            <a:spcAft>
              <a:spcPct val="35000"/>
            </a:spcAft>
            <a:buNone/>
          </a:pPr>
          <a:r>
            <a:rPr lang="en-US" sz="2200" kern="1200"/>
            <a:t>Deployment</a:t>
          </a:r>
        </a:p>
      </dsp:txBody>
      <dsp:txXfrm>
        <a:off x="27015" y="3134529"/>
        <a:ext cx="5103757" cy="4993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08T17:27:35.536"/>
    </inkml:context>
    <inkml:brush xml:id="br0">
      <inkml:brushProperty name="width" value="0.1" units="cm"/>
      <inkml:brushProperty name="height" value="0.1" units="cm"/>
    </inkml:brush>
  </inkml:definitions>
  <inkml:trace contextRef="#ctx0" brushRef="#br0">15314 10864 16383 0 0,'0'0'0'0'0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75"/>
    </inkml:context>
    <inkml:brush xml:id="br0">
      <inkml:brushProperty name="width" value="0.1" units="cm"/>
      <inkml:brushProperty name="height" value="0.1" units="cm"/>
    </inkml:brush>
  </inkml:definitions>
  <inkml:trace contextRef="#ctx0" brushRef="#br0">13261 5650 16383 0 0,'6'0'0'0'0,"8"0"0"0"0,7 0 0 0 0,6-6 0 0 0,5-2 0 0 0,2 1 0 0 0,1 0 0 0 0,2 3 0 0 0,-1 2 0 0 0,0 0 0 0 0,-1 2 0 0 0,1 0 0 0 0,-1 0 0 0 0,0 0 0 0 0,-1 0 0 0 0,1 1 0 0 0,0-1 0 0 0,-1 0 0 0 0,1 0 0 0 0,0 0 0 0 0,-1 0 0 0 0,1 0 0 0 0,0 0 0 0 0,-1 0 0 0 0,1 0 0 0 0,0 0 0 0 0,-1 0 0 0 0,1 0 0 0 0,0 0 0 0 0,0 0 0 0 0,-1 0 0 0 0,1 0 0 0 0,0 0 0 0 0,-1 0 0 0 0,1 0 0 0 0,0 0 0 0 0,-1 0 0 0 0,7 0 0 0 0,2 0 0 0 0,-1 0 0 0 0,-2 0 0 0 0,-1 0 0 0 0,-1 0 0 0 0,-2 0 0 0 0,-1 0 0 0 0,0 0 0 0 0,-1 0 0 0 0,1 0 0 0 0,-1 0 0 0 0,1 0 0 0 0,-1 0 0 0 0,1 0 0 0 0,-1 0 0 0 0,-5 0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76"/>
    </inkml:context>
    <inkml:brush xml:id="br0">
      <inkml:brushProperty name="width" value="0.1" units="cm"/>
      <inkml:brushProperty name="height" value="0.1" units="cm"/>
    </inkml:brush>
  </inkml:definitions>
  <inkml:trace contextRef="#ctx0" brushRef="#br0">14404 5669 16383 0 0,'6'0'0'0'0,"8"0"0"0"0,1-6 0 0 0,4-1 0 0 0,5-1 0 0 0,5 2 0 0 0,2 2 0 0 0,2-5 0 0 0,8 0 0 0 0,2 1 0 0 0,0 2 0 0 0,5 2 0 0 0,-1-4 0 0 0,-1-1 0 0 0,-4 1 0 0 0,-2 2 0 0 0,-3-4 0 0 0,-1 0 0 0 0,-1 2 0 0 0,-1 1 0 0 0,1 3 0 0 0,-1 2 0 0 0,0 1 0 0 0,0 1 0 0 0,1 0 0 0 0,-1 0 0 0 0,1 1 0 0 0,0-1 0 0 0,-1 0 0 0 0,1 1 0 0 0,0-1 0 0 0,0 0 0 0 0,-1 0 0 0 0,1 0 0 0 0,0 0 0 0 0,-1 0 0 0 0,1 0 0 0 0,0 0 0 0 0,0 0 0 0 0,-1 0 0 0 0,1 0 0 0 0,0 0 0 0 0,-1 0 0 0 0,1 0 0 0 0,0 0 0 0 0,-1 0 0 0 0,1 0 0 0 0,0 0 0 0 0,0 0 0 0 0,-1 0 0 0 0,-5 0 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77"/>
    </inkml:context>
    <inkml:brush xml:id="br0">
      <inkml:brushProperty name="width" value="0.1" units="cm"/>
      <inkml:brushProperty name="height" value="0.1" units="cm"/>
    </inkml:brush>
  </inkml:definitions>
  <inkml:trace contextRef="#ctx0" brushRef="#br0">15483 5571 16383 0 0,'6'0'0'0'0,"8"0"0"0"0,13 0 0 0 0,8-6 0 0 0,4-2 0 0 0,7 1 0 0 0,8 1 0 0 0,0 1 0 0 0,-3-3 0 0 0,-4-1 0 0 0,-4 1 0 0 0,-4 1 0 0 0,-2 3 0 0 0,-2 2 0 0 0,-1 1 0 0 0,0 1 0 0 0,0-6 0 0 0,0-1 0 0 0,0-1 0 0 0,0 3 0 0 0,1 1 0 0 0,-1 1 0 0 0,1 2 0 0 0,0 0 0 0 0,0 1 0 0 0,-1 1 0 0 0,1-1 0 0 0,0 0 0 0 0,-1 1 0 0 0,1-1 0 0 0,0 0 0 0 0,0 0 0 0 0,-1 0 0 0 0,1 0 0 0 0,0 0 0 0 0,-1 0 0 0 0,1 0 0 0 0,0 0 0 0 0,-1 0 0 0 0,1 0 0 0 0,0 0 0 0 0,0 0 0 0 0,-1 0 0 0 0,1 0 0 0 0,0 0 0 0 0,-1 0 0 0 0,1 0 0 0 0,0 0 0 0 0,-1 0 0 0 0,1 0 0 0 0,0 0 0 0 0,0 0 0 0 0,-7 6 0 0 0,-7 7 0 0 0,-7 9 0 0 0,-7 5 0 0 0,-4 5 0 0 0,-2 2 0 0 0,-2 1 0 0 0,-1 2 0 0 0,1-1 0 0 0,0 0 0 0 0,0-1 0 0 0,0 1 0 0 0,1-1 0 0 0,0 0 0 0 0,0-1 0 0 0,0 1 0 0 0,0 0 0 0 0,0-1 0 0 0,0 1 0 0 0,0 0 0 0 0,0-1 0 0 0,0 1 0 0 0,0 0 0 0 0,0-1 0 0 0,0 1 0 0 0,-6-6 0 0 0,-2-2 0 0 0,1 0 0 0 0,1 2 0 0 0,1 1 0 0 0,3 2 0 0 0,0 1 0 0 0,2 1 0 0 0,0 1 0 0 0,0 0 0 0 0,0 0 0 0 0,1 0 0 0 0,-1 0 0 0 0,0 0 0 0 0,0 0 0 0 0,0 0 0 0 0,0-1 0 0 0,0 1 0 0 0,0 0 0 0 0,0-1 0 0 0,0 1 0 0 0,0 0 0 0 0,0-1 0 0 0,0 1 0 0 0,0 0 0 0 0,0-6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78"/>
    </inkml:context>
    <inkml:brush xml:id="br0">
      <inkml:brushProperty name="width" value="0.1" units="cm"/>
      <inkml:brushProperty name="height" value="0.1" units="cm"/>
    </inkml:brush>
  </inkml:definitions>
  <inkml:trace contextRef="#ctx0" brushRef="#br0">10954 11011 16383 0 0,'6'0'0'0'0,"13"0"0"0"0,10 0 0 0 0,6 0 0 0 0,3 0 0 0 0,0-6 0 0 0,1-2 0 0 0,-2 1 0 0 0,0-5 0 0 0,-1 0 0 0 0,-1 1 0 0 0,6 4 0 0 0,2 2 0 0 0,-1 2 0 0 0,-2 2 0 0 0,-1 1 0 0 0,-2 0 0 0 0,-1 1 0 0 0,0-1 0 0 0,-2 1 0 0 0,1-1 0 0 0,-1 0 0 0 0,0 0 0 0 0,1 1 0 0 0,-1-1 0 0 0,1 0 0 0 0,0-1 0 0 0,-1 1 0 0 0,1 0 0 0 0,0 0 0 0 0,-1 0 0 0 0,-5-5 0 0 0,-2-3 0 0 0,0 0 0 0 0,2 2 0 0 0,1 2 0 0 0,2 1 0 0 0,2 2 0 0 0,0 0 0 0 0,1 1 0 0 0,0 0 0 0 0,0 1 0 0 0,0-1 0 0 0,0 0 0 0 0,-1 1 0 0 0,1-1 0 0 0,0 0 0 0 0,0 0 0 0 0,-1 0 0 0 0,1 0 0 0 0,0 0 0 0 0,-1 0 0 0 0,1 0 0 0 0,0 0 0 0 0,0 0 0 0 0,-1 0 0 0 0,1 0 0 0 0,0 0 0 0 0,-1 0 0 0 0,1 0 0 0 0,0 0 0 0 0,-1 0 0 0 0,1 0 0 0 0,0 0 0 0 0,0 0 0 0 0,-1 0 0 0 0,1 0 0 0 0,0 0 0 0 0,-1 0 0 0 0,1 0 0 0 0,0 0 0 0 0,-1 0 0 0 0,1 0 0 0 0,0 0 0 0 0,0 0 0 0 0,-1 0 0 0 0,1 0 0 0 0,0 0 0 0 0,-1 0 0 0 0,1 0 0 0 0,0 0 0 0 0,-6 0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79"/>
    </inkml:context>
    <inkml:brush xml:id="br0">
      <inkml:brushProperty name="width" value="0.1" units="cm"/>
      <inkml:brushProperty name="height" value="0.1" units="cm"/>
    </inkml:brush>
  </inkml:definitions>
  <inkml:trace contextRef="#ctx0" brushRef="#br0">16935 12065 16383 0 0,'0'-6'0'0'0,"0"-8"0"0"0,0-7 0 0 0,0-6 0 0 0,0-5 0 0 0,0-2 0 0 0,0-2 0 0 0,0 0 0 0 0,0 0 0 0 0,0 0 0 0 0,0 0 0 0 0,0 1 0 0 0,0 0 0 0 0,0 0 0 0 0,0 1 0 0 0,0-7 0 0 0,-6-2 0 0 0,-2 1 0 0 0,1 2 0 0 0,1 1 0 0 0,2 1 0 0 0,1 2 0 0 0,1 1 0 0 0,2 0 0 0 0,0 1 0 0 0,0 0 0 0 0,1-1 0 0 0,-1 1 0 0 0,0-1 0 0 0,0 1 0 0 0,0-1 0 0 0,0 0 0 0 0,1 1 0 0 0,-1-1 0 0 0,-1 0 0 0 0,1 0 0 0 0,0 1 0 0 0,-5-1 0 0 0,-3 0 0 0 0,0 1 0 0 0,2-1 0 0 0,2 0 0 0 0,1 1 0 0 0,2-1 0 0 0,0 0 0 0 0,1 0 0 0 0,0 1 0 0 0,1-1 0 0 0,-1 0 0 0 0,0 1 0 0 0,1-1 0 0 0,-1 0 0 0 0,0 1 0 0 0,0-1 0 0 0,0 0 0 0 0,0 0 0 0 0,0 1 0 0 0,0-1 0 0 0,0 0 0 0 0,0 1 0 0 0,0-1 0 0 0,-6 6 0 0 0,-2 2 0 0 0,1 0 0 0 0,0-2 0 0 0,3-1 0 0 0,2-2 0 0 0,0-1 0 0 0,2-1 0 0 0,0-1 0 0 0,0 0 0 0 0,0 0 0 0 0,0 0 0 0 0,1 0 0 0 0,-1 0 0 0 0,0 0 0 0 0,-6 0 0 0 0,-2 1 0 0 0,1-1 0 0 0,1 0 0 0 0,2 1 0 0 0,1-1 0 0 0,1 0 0 0 0,2 1 0 0 0,0-1 0 0 0,0 0 0 0 0,0 0 0 0 0,1 1 0 0 0,-1-1 0 0 0,0 0 0 0 0,0 1 0 0 0,0-1 0 0 0,0 0 0 0 0,0 6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80"/>
    </inkml:context>
    <inkml:brush xml:id="br0">
      <inkml:brushProperty name="width" value="0.1" units="cm"/>
      <inkml:brushProperty name="height" value="0.1" units="cm"/>
    </inkml:brush>
  </inkml:definitions>
  <inkml:trace contextRef="#ctx0" brushRef="#br0">16739 5720 16383 0 0,'0'6'0'0'0,"0"8"0"0"0,0 7 0 0 0,0 6 0 0 0,0 5 0 0 0,0 2 0 0 0,0 2 0 0 0,0 0 0 0 0,0 0 0 0 0,0 0 0 0 0,0 0 0 0 0,0-1 0 0 0,0 0 0 0 0,0 0 0 0 0,0 0 0 0 0,0-1 0 0 0,0 1 0 0 0,0 0 0 0 0,0-1 0 0 0,0 1 0 0 0,0 6 0 0 0,0 1 0 0 0,0 0 0 0 0,0 5 0 0 0,0 0 0 0 0,0 3 0 0 0,0 0 0 0 0,0-3 0 0 0,0-3 0 0 0,0-4 0 0 0,0-2 0 0 0,0-3 0 0 0,0 0 0 0 0,0-1 0 0 0,0 0 0 0 0,0 0 0 0 0,0 1 0 0 0,0-1 0 0 0,0 0 0 0 0,0 1 0 0 0,0 0 0 0 0,0-1 0 0 0,0 1 0 0 0,0 0 0 0 0,0 5 0 0 0,0 3 0 0 0,0 5 0 0 0,0 1 0 0 0,0-3 0 0 0,0-3 0 0 0,0-2 0 0 0,0-3 0 0 0,0-2 0 0 0,-6-7 0 0 0,-2-2 0 0 0,1-1 0 0 0,0 2 0 0 0,3 2 0 0 0,2 2 0 0 0,0 1 0 0 0,2 1 0 0 0,0 0 0 0 0,0 1 0 0 0,0 0 0 0 0,0 1 0 0 0,1-1 0 0 0,-7-6 0 0 0,-2-2 0 0 0,1 0 0 0 0,1 1 0 0 0,2 3 0 0 0,1 1 0 0 0,1 1 0 0 0,2 1 0 0 0,0 1 0 0 0,0 0 0 0 0,0 0 0 0 0,1 0 0 0 0,-1 0 0 0 0,0 0 0 0 0,0 0 0 0 0,0-1 0 0 0,0 1 0 0 0,0 0 0 0 0,0 0 0 0 0,0-1 0 0 0,0 1 0 0 0,0 0 0 0 0,0-1 0 0 0,0 1 0 0 0,0 0 0 0 0,0-1 0 0 0,0 1 0 0 0,0 0 0 0 0,0-1 0 0 0,0 1 0 0 0,0 0 0 0 0,0 0 0 0 0,0-1 0 0 0,0 1 0 0 0,0 0 0 0 0,0-1 0 0 0,0 1 0 0 0,0 0 0 0 0,0-1 0 0 0,0 1 0 0 0,0 0 0 0 0,0 0 0 0 0,0-1 0 0 0,0 1 0 0 0,0 0 0 0 0,0-1 0 0 0,0 1 0 0 0,0 0 0 0 0,0-1 0 0 0,0 1 0 0 0,0 0 0 0 0,0 0 0 0 0,6-7 0 0 0,2-1 0 0 0,0 0 0 0 0,3 2 0 0 0,2 2 0 0 0,-3 1 0 0 0,-3 1 0 0 0,4-5 0 0 0,0-1 0 0 0,-3 0 0 0 0,-2 2 0 0 0,-2 2 0 0 0,4-4 0 0 0,1-2 0 0 0,-1 2 0 0 0,-2 2 0 0 0,-3 1 0 0 0,0 3 0 0 0,-2 0 0 0 0,-1-4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81"/>
    </inkml:context>
    <inkml:brush xml:id="br0">
      <inkml:brushProperty name="width" value="0.1" units="cm"/>
      <inkml:brushProperty name="height" value="0.1" units="cm"/>
    </inkml:brush>
  </inkml:definitions>
  <inkml:trace contextRef="#ctx0" brushRef="#br0">16711 5751 16383 0 0,'6'0'0'0'0,"8"0"0"0"0,7 0 0 0 0,6 0 0 0 0,5 0 0 0 0,2 0 0 0 0,2 0 0 0 0,0 0 0 0 0,0 0 0 0 0,0 0 0 0 0,0 0 0 0 0,-1 0 0 0 0,0 0 0 0 0,0 0 0 0 0,0 0 0 0 0,-1 0 0 0 0,1 0 0 0 0,-1 0 0 0 0,1 0 0 0 0,0 0 0 0 0,-1 0 0 0 0,1 0 0 0 0,0 0 0 0 0,0 0 0 0 0,-1 0 0 0 0,-5-6 0 0 0,-2-2 0 0 0,0 0 0 0 0,2 2 0 0 0,1 2 0 0 0,2 1 0 0 0,-4-4 0 0 0,-2-1 0 0 0,1 0 0 0 0,2 2 0 0 0,-4-3 0 0 0,-1-2 0 0 0,2 3 0 0 0,3 1 0 0 0,1 3 0 0 0,3 2 0 0 0,0 1 0 0 0,2 0 0 0 0,0-4 0 0 0,0-3 0 0 0,0 1 0 0 0,-6 2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82"/>
    </inkml:context>
    <inkml:brush xml:id="br0">
      <inkml:brushProperty name="width" value="0.1" units="cm"/>
      <inkml:brushProperty name="height" value="0.1" units="cm"/>
    </inkml:brush>
  </inkml:definitions>
  <inkml:trace contextRef="#ctx0" brushRef="#br0">16648 8133 16383 0 0,'0'6'0'0'0,"0"8"0"0"0,5 1 0 0 0,3 5 0 0 0,0 4 0 0 0,-2 4 0 0 0,-2 3 0 0 0,-1 3 0 0 0,-2 1 0 0 0,0 0 0 0 0,-1 1 0 0 0,0-1 0 0 0,-1 1 0 0 0,1-1 0 0 0,0 0 0 0 0,-1 0 0 0 0,1-1 0 0 0,0 1 0 0 0,0 0 0 0 0,0-1 0 0 0,0 1 0 0 0,0 0 0 0 0,0-1 0 0 0,0 1 0 0 0,0 0 0 0 0,0-1 0 0 0,0 1 0 0 0,0 0 0 0 0,0 0 0 0 0,0-1 0 0 0,0 1 0 0 0,0 0 0 0 0,0-1 0 0 0,0 1 0 0 0,0 0 0 0 0,0-1 0 0 0,6-5 0 0 0,2-2 0 0 0,0 0 0 0 0,3-4 0 0 0,7-6 0 0 0,0-1 0 0 0,3 4 0 0 0,4-2 0 0 0,-3 2 0 0 0,-4 3 0 0 0,-1-2 0 0 0,-2 2 0 0 0,2 2 0 0 0,-1-3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7-10T05:32:23.183"/>
    </inkml:context>
    <inkml:brush xml:id="br0">
      <inkml:brushProperty name="width" value="0.1" units="cm"/>
      <inkml:brushProperty name="height" value="0.1" units="cm"/>
    </inkml:brush>
  </inkml:definitions>
  <inkml:trace contextRef="#ctx0" brushRef="#br0">16711 8176 16383 0 0,'0'6'0'0'0,"0"7"0"0"0,0 8 0 0 0,0 7 0 0 0,0 3 0 0 0,0 4 0 0 0,0 0 0 0 0,0 1 0 0 0,0 1 0 0 0,0-1 0 0 0,0-1 0 0 0,0 0 0 0 0,0 0 0 0 0,0 0 0 0 0,0 0 0 0 0,0 0 0 0 0,0-1 0 0 0,0 1 0 0 0,0 0 0 0 0,0-1 0 0 0,0 1 0 0 0,0 0 0 0 0,0-1 0 0 0,0 1 0 0 0,0 0 0 0 0,0-1 0 0 0,0 1 0 0 0,0 0 0 0 0,0 0 0 0 0,0-1 0 0 0,0 1 0 0 0,0 0 0 0 0,0-1 0 0 0,0 1 0 0 0,0-6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57C3F-0FB2-4B2E-BA6A-FEEEFF1AF7E3}"/>
              </a:ext>
            </a:extLst>
          </p:cNvPr>
          <p:cNvSpPr>
            <a:spLocks noGrp="1"/>
          </p:cNvSpPr>
          <p:nvPr>
            <p:ph type="ctrTitle"/>
          </p:nvPr>
        </p:nvSpPr>
        <p:spPr>
          <a:xfrm>
            <a:off x="2057400" y="685801"/>
            <a:ext cx="8115300" cy="3046228"/>
          </a:xfrm>
        </p:spPr>
        <p:txBody>
          <a:bodyPr anchor="b">
            <a:normAutofit/>
          </a:bodyPr>
          <a:lstStyle>
            <a:lvl1pPr algn="ctr">
              <a:defRPr sz="3600" cap="all" spc="300"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08583AE9-1CC1-4572-A6E5-E97F80E47661}"/>
              </a:ext>
            </a:extLst>
          </p:cNvPr>
          <p:cNvSpPr>
            <a:spLocks noGrp="1"/>
          </p:cNvSpPr>
          <p:nvPr>
            <p:ph type="subTitle" idx="1"/>
          </p:nvPr>
        </p:nvSpPr>
        <p:spPr>
          <a:xfrm>
            <a:off x="2057400" y="4114800"/>
            <a:ext cx="8115300" cy="2057400"/>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C04DE7C-68AB-403D-B9D8-7398C292C6DA}"/>
              </a:ext>
            </a:extLst>
          </p:cNvPr>
          <p:cNvSpPr>
            <a:spLocks noGrp="1"/>
          </p:cNvSpPr>
          <p:nvPr>
            <p:ph type="dt" sz="half" idx="10"/>
          </p:nvPr>
        </p:nvSpPr>
        <p:spPr/>
        <p:txBody>
          <a:bodyPr/>
          <a:lstStyle/>
          <a:p>
            <a:fld id="{23FEA57E-7C1A-457B-A4CD-5DCEB057B502}" type="datetime1">
              <a:rPr lang="en-US" smtClean="0"/>
              <a:t>7/9/2026</a:t>
            </a:fld>
            <a:endParaRPr lang="en-US" dirty="0"/>
          </a:p>
        </p:txBody>
      </p:sp>
      <p:sp>
        <p:nvSpPr>
          <p:cNvPr id="5" name="Footer Placeholder 4">
            <a:extLst>
              <a:ext uri="{FF2B5EF4-FFF2-40B4-BE49-F238E27FC236}">
                <a16:creationId xmlns:a16="http://schemas.microsoft.com/office/drawing/2014/main" id="{51003E50-6613-4D86-AA22-43B14E7279E9}"/>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03069AB5-A56D-471F-9236-EFA981E2EA03}"/>
              </a:ext>
            </a:extLst>
          </p:cNvPr>
          <p:cNvSpPr>
            <a:spLocks noGrp="1"/>
          </p:cNvSpPr>
          <p:nvPr>
            <p:ph type="sldNum" sz="quarter" idx="12"/>
          </p:nvPr>
        </p:nvSpPr>
        <p:spPr/>
        <p:txBody>
          <a:bodyPr/>
          <a:lstStyle/>
          <a:p>
            <a:fld id="{F8E28480-1C08-4458-AD97-0283E6FFD09D}" type="slidenum">
              <a:rPr lang="en-US" smtClean="0"/>
              <a:t>‹#›</a:t>
            </a:fld>
            <a:endParaRPr lang="en-US" dirty="0"/>
          </a:p>
        </p:txBody>
      </p:sp>
    </p:spTree>
    <p:extLst>
      <p:ext uri="{BB962C8B-B14F-4D97-AF65-F5344CB8AC3E}">
        <p14:creationId xmlns:p14="http://schemas.microsoft.com/office/powerpoint/2010/main" val="2760835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B412-EBAB-4569-B3D9-6B346BF837B2}"/>
              </a:ext>
            </a:extLst>
          </p:cNvPr>
          <p:cNvSpPr>
            <a:spLocks noGrp="1"/>
          </p:cNvSpPr>
          <p:nvPr>
            <p:ph type="title"/>
          </p:nvPr>
        </p:nvSpPr>
        <p:spPr>
          <a:xfrm>
            <a:off x="1371600" y="685800"/>
            <a:ext cx="9486900" cy="1371600"/>
          </a:xfrm>
        </p:spPr>
        <p:txBody>
          <a:bodyPr>
            <a:normAutofit/>
          </a:bodyPr>
          <a:lstStyle>
            <a:lvl1pPr algn="l">
              <a:defRPr sz="3200" cap="all"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5E7C8AE-B0F4-404F-BCAD-A14C18E50D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8AA9CAD-DAFB-4DE3-9C41-7FD03EA8D8DD}"/>
              </a:ext>
            </a:extLst>
          </p:cNvPr>
          <p:cNvSpPr>
            <a:spLocks noGrp="1"/>
          </p:cNvSpPr>
          <p:nvPr>
            <p:ph type="dt" sz="half" idx="10"/>
          </p:nvPr>
        </p:nvSpPr>
        <p:spPr/>
        <p:txBody>
          <a:bodyPr/>
          <a:lstStyle/>
          <a:p>
            <a:fld id="{201AF2CE-4F37-411C-A3EE-BBBE223265BF}" type="datetime1">
              <a:rPr lang="en-US" smtClean="0"/>
              <a:t>7/9/2026</a:t>
            </a:fld>
            <a:endParaRPr lang="en-US"/>
          </a:p>
        </p:txBody>
      </p:sp>
      <p:sp>
        <p:nvSpPr>
          <p:cNvPr id="5" name="Footer Placeholder 4">
            <a:extLst>
              <a:ext uri="{FF2B5EF4-FFF2-40B4-BE49-F238E27FC236}">
                <a16:creationId xmlns:a16="http://schemas.microsoft.com/office/drawing/2014/main" id="{8FCE3137-8136-46C5-AC2F-49E5F55E4C7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AF1AB6EF-A0B1-4706-AE44-253A6B182D48}"/>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547608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C02F68-BF19-468D-B422-54B6D189FA58}"/>
              </a:ext>
            </a:extLst>
          </p:cNvPr>
          <p:cNvSpPr>
            <a:spLocks noGrp="1"/>
          </p:cNvSpPr>
          <p:nvPr>
            <p:ph type="title"/>
          </p:nvPr>
        </p:nvSpPr>
        <p:spPr>
          <a:xfrm>
            <a:off x="831850" y="1709738"/>
            <a:ext cx="10515600" cy="2774071"/>
          </a:xfrm>
        </p:spPr>
        <p:txBody>
          <a:bodyPr anchor="b">
            <a:normAutofit/>
          </a:bodyPr>
          <a:lstStyle>
            <a:lvl1pPr algn="ct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BCBF7D7-84D4-4A39-B44E-9B029EEB1FE8}"/>
              </a:ext>
            </a:extLst>
          </p:cNvPr>
          <p:cNvSpPr>
            <a:spLocks noGrp="1"/>
          </p:cNvSpPr>
          <p:nvPr>
            <p:ph type="body" idx="1"/>
          </p:nvPr>
        </p:nvSpPr>
        <p:spPr>
          <a:xfrm>
            <a:off x="831850" y="4641624"/>
            <a:ext cx="10515600" cy="1448026"/>
          </a:xfrm>
        </p:spPr>
        <p:txBody>
          <a:bodyPr/>
          <a:lstStyle>
            <a:lvl1pPr marL="0" indent="0" algn="ctr">
              <a:buNone/>
              <a:defRPr sz="2400" i="1">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9E29709-D243-41E8-89FA-62FA7AEB52E1}"/>
              </a:ext>
            </a:extLst>
          </p:cNvPr>
          <p:cNvSpPr>
            <a:spLocks noGrp="1"/>
          </p:cNvSpPr>
          <p:nvPr>
            <p:ph type="dt" sz="half" idx="10"/>
          </p:nvPr>
        </p:nvSpPr>
        <p:spPr/>
        <p:txBody>
          <a:bodyPr/>
          <a:lstStyle/>
          <a:p>
            <a:fld id="{C96083D4-708C-4BB5-B4FD-30CE9FA12FD5}" type="datetime1">
              <a:rPr lang="en-US" smtClean="0"/>
              <a:t>7/9/2026</a:t>
            </a:fld>
            <a:endParaRPr lang="en-US"/>
          </a:p>
        </p:txBody>
      </p:sp>
      <p:sp>
        <p:nvSpPr>
          <p:cNvPr id="5" name="Footer Placeholder 4">
            <a:extLst>
              <a:ext uri="{FF2B5EF4-FFF2-40B4-BE49-F238E27FC236}">
                <a16:creationId xmlns:a16="http://schemas.microsoft.com/office/drawing/2014/main" id="{5AAB99C0-DC2A-4133-A10D-D43A1E05BB1A}"/>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98122EFD-A17E-47F5-8AC9-EFD6D813DBE7}"/>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70543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C668D-BFBE-4765-A294-8303931B57C9}"/>
              </a:ext>
            </a:extLst>
          </p:cNvPr>
          <p:cNvSpPr>
            <a:spLocks noGrp="1"/>
          </p:cNvSpPr>
          <p:nvPr>
            <p:ph type="title"/>
          </p:nvPr>
        </p:nvSpPr>
        <p:spPr>
          <a:xfrm>
            <a:off x="1346071" y="566278"/>
            <a:ext cx="9512429" cy="965458"/>
          </a:xfrm>
        </p:spPr>
        <p:txBody>
          <a:bodyPr/>
          <a:lstStyle>
            <a:lvl1pPr algn="ctr">
              <a:defRPr cap="all" spc="300" baseline="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B3C212-F55F-4D0D-BFA7-F00A33CAA196}"/>
              </a:ext>
            </a:extLst>
          </p:cNvPr>
          <p:cNvSpPr>
            <a:spLocks noGrp="1"/>
          </p:cNvSpPr>
          <p:nvPr>
            <p:ph sz="half" idx="1"/>
          </p:nvPr>
        </p:nvSpPr>
        <p:spPr>
          <a:xfrm>
            <a:off x="909758" y="2057400"/>
            <a:ext cx="5031521" cy="4119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154BDD7-2575-4E82-887D-DCAF9EB15924}"/>
              </a:ext>
            </a:extLst>
          </p:cNvPr>
          <p:cNvSpPr>
            <a:spLocks noGrp="1"/>
          </p:cNvSpPr>
          <p:nvPr>
            <p:ph sz="half" idx="2"/>
          </p:nvPr>
        </p:nvSpPr>
        <p:spPr>
          <a:xfrm>
            <a:off x="6265408" y="2057401"/>
            <a:ext cx="5016834" cy="41195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CAECC8-3C3A-4A5D-AB7A-1F99E5023D3F}"/>
              </a:ext>
            </a:extLst>
          </p:cNvPr>
          <p:cNvSpPr>
            <a:spLocks noGrp="1"/>
          </p:cNvSpPr>
          <p:nvPr>
            <p:ph type="dt" sz="half" idx="10"/>
          </p:nvPr>
        </p:nvSpPr>
        <p:spPr/>
        <p:txBody>
          <a:bodyPr/>
          <a:lstStyle/>
          <a:p>
            <a:fld id="{D0D239B2-65BC-4C2A-A62B-3EABFE9590E4}" type="datetime1">
              <a:rPr lang="en-US" smtClean="0"/>
              <a:t>7/9/2026</a:t>
            </a:fld>
            <a:endParaRPr lang="en-US"/>
          </a:p>
        </p:txBody>
      </p:sp>
      <p:sp>
        <p:nvSpPr>
          <p:cNvPr id="6" name="Footer Placeholder 5">
            <a:extLst>
              <a:ext uri="{FF2B5EF4-FFF2-40B4-BE49-F238E27FC236}">
                <a16:creationId xmlns:a16="http://schemas.microsoft.com/office/drawing/2014/main" id="{4447609B-ACA4-4323-9340-C7DB166D7A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77409EA3-C5C7-4AC6-956A-DB9A3B4F3142}"/>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271327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E0CDE0-7431-4F05-AA47-F10EB46C9608}"/>
              </a:ext>
            </a:extLst>
          </p:cNvPr>
          <p:cNvSpPr>
            <a:spLocks noGrp="1"/>
          </p:cNvSpPr>
          <p:nvPr>
            <p:ph type="title"/>
          </p:nvPr>
        </p:nvSpPr>
        <p:spPr>
          <a:xfrm>
            <a:off x="839788" y="365126"/>
            <a:ext cx="10276552" cy="1149350"/>
          </a:xfrm>
        </p:spPr>
        <p:txBody>
          <a:bodyPr>
            <a:normAutofit/>
          </a:bodyPr>
          <a:lstStyle>
            <a:lvl1pPr algn="ctr">
              <a:defRPr sz="3200" cap="all" spc="300"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D9FFA7-D3EA-4CB8-A471-94235AD62592}"/>
              </a:ext>
            </a:extLst>
          </p:cNvPr>
          <p:cNvSpPr>
            <a:spLocks noGrp="1"/>
          </p:cNvSpPr>
          <p:nvPr>
            <p:ph type="body" idx="1"/>
          </p:nvPr>
        </p:nvSpPr>
        <p:spPr>
          <a:xfrm>
            <a:off x="839788" y="1681163"/>
            <a:ext cx="5157787" cy="823912"/>
          </a:xfrm>
        </p:spPr>
        <p:txBody>
          <a:bodyPr anchor="b"/>
          <a:lstStyle>
            <a:lvl1pPr marL="0" indent="0">
              <a:buNone/>
              <a:defRPr sz="2400" b="1"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5360D2-88E8-43C8-92D1-67AB23BBE2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C768F6-20A1-47A1-90FE-903135EEF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555EC1-268F-4324-A003-3608AA0D847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55C8E4-FCB8-4E06-9C43-0ACD949A73D4}"/>
              </a:ext>
            </a:extLst>
          </p:cNvPr>
          <p:cNvSpPr>
            <a:spLocks noGrp="1"/>
          </p:cNvSpPr>
          <p:nvPr>
            <p:ph type="dt" sz="half" idx="10"/>
          </p:nvPr>
        </p:nvSpPr>
        <p:spPr/>
        <p:txBody>
          <a:bodyPr/>
          <a:lstStyle/>
          <a:p>
            <a:fld id="{85E05F5A-E4A3-476F-A89E-C2B73F2431E4}" type="datetime1">
              <a:rPr lang="en-US" smtClean="0"/>
              <a:t>7/9/2026</a:t>
            </a:fld>
            <a:endParaRPr lang="en-US"/>
          </a:p>
        </p:txBody>
      </p:sp>
      <p:sp>
        <p:nvSpPr>
          <p:cNvPr id="8" name="Footer Placeholder 7">
            <a:extLst>
              <a:ext uri="{FF2B5EF4-FFF2-40B4-BE49-F238E27FC236}">
                <a16:creationId xmlns:a16="http://schemas.microsoft.com/office/drawing/2014/main" id="{8B01C005-C973-4D82-942A-334F1D431A04}"/>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AAFB6186-6570-4DE8-8603-70B0A51DFE9C}"/>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491309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5ADD3-88C8-4B01-8CC6-808C0E416054}"/>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02634E6A-1390-4101-B78E-7592313407D7}"/>
              </a:ext>
            </a:extLst>
          </p:cNvPr>
          <p:cNvSpPr>
            <a:spLocks noGrp="1"/>
          </p:cNvSpPr>
          <p:nvPr>
            <p:ph type="dt" sz="half" idx="10"/>
          </p:nvPr>
        </p:nvSpPr>
        <p:spPr/>
        <p:txBody>
          <a:bodyPr/>
          <a:lstStyle/>
          <a:p>
            <a:fld id="{E3761515-4A26-4F31-9F61-5A10B1FABBFC}" type="datetime1">
              <a:rPr lang="en-US" smtClean="0"/>
              <a:t>7/9/2026</a:t>
            </a:fld>
            <a:endParaRPr lang="en-US"/>
          </a:p>
        </p:txBody>
      </p:sp>
      <p:sp>
        <p:nvSpPr>
          <p:cNvPr id="4" name="Footer Placeholder 3">
            <a:extLst>
              <a:ext uri="{FF2B5EF4-FFF2-40B4-BE49-F238E27FC236}">
                <a16:creationId xmlns:a16="http://schemas.microsoft.com/office/drawing/2014/main" id="{88BC7B90-4C99-4653-872A-3572A02DAE99}"/>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13B03516-4D31-49D2-9488-33C734A7A4F6}"/>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773337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0D8488-CF25-431B-A87A-AAF141BD0BBB}"/>
              </a:ext>
            </a:extLst>
          </p:cNvPr>
          <p:cNvSpPr>
            <a:spLocks noGrp="1"/>
          </p:cNvSpPr>
          <p:nvPr>
            <p:ph type="dt" sz="half" idx="10"/>
          </p:nvPr>
        </p:nvSpPr>
        <p:spPr/>
        <p:txBody>
          <a:bodyPr/>
          <a:lstStyle/>
          <a:p>
            <a:fld id="{4A75DC65-7D1F-4BAB-9695-F7E734143E14}" type="datetime1">
              <a:rPr lang="en-US" smtClean="0"/>
              <a:t>7/9/2026</a:t>
            </a:fld>
            <a:endParaRPr lang="en-US"/>
          </a:p>
        </p:txBody>
      </p:sp>
      <p:sp>
        <p:nvSpPr>
          <p:cNvPr id="3" name="Footer Placeholder 2">
            <a:extLst>
              <a:ext uri="{FF2B5EF4-FFF2-40B4-BE49-F238E27FC236}">
                <a16:creationId xmlns:a16="http://schemas.microsoft.com/office/drawing/2014/main" id="{8A2F58E5-C92D-4C64-B867-0576B1EADD06}"/>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89216797-ABEC-4FE0-AFDE-36107B96710D}"/>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4367931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8F2B0-990D-418E-9D10-2464E98669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6881131-AFFD-4339-9F30-D408B5105C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A7C47F4-7968-4698-8BD3-A583099FAA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E12BC6F-3996-4B2B-B8F2-DD3A82CCF76B}"/>
              </a:ext>
            </a:extLst>
          </p:cNvPr>
          <p:cNvSpPr>
            <a:spLocks noGrp="1"/>
          </p:cNvSpPr>
          <p:nvPr>
            <p:ph type="dt" sz="half" idx="10"/>
          </p:nvPr>
        </p:nvSpPr>
        <p:spPr/>
        <p:txBody>
          <a:bodyPr/>
          <a:lstStyle/>
          <a:p>
            <a:fld id="{7E624077-BD55-4036-8E92-6558FDF3B653}" type="datetime1">
              <a:rPr lang="en-US" smtClean="0"/>
              <a:t>7/9/2026</a:t>
            </a:fld>
            <a:endParaRPr lang="en-US"/>
          </a:p>
        </p:txBody>
      </p:sp>
      <p:sp>
        <p:nvSpPr>
          <p:cNvPr id="6" name="Footer Placeholder 5">
            <a:extLst>
              <a:ext uri="{FF2B5EF4-FFF2-40B4-BE49-F238E27FC236}">
                <a16:creationId xmlns:a16="http://schemas.microsoft.com/office/drawing/2014/main" id="{EA832E66-581A-4CF2-A40A-4E24FAAC4AE4}"/>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E83B1C89-C625-4618-81A2-FB34E4DA0712}"/>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845269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1486F-443A-4F2D-AB1F-8B1F4C4DE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A21213-E7FB-406A-B8CD-735AAC7AD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4F41A03-500E-49F7-8D99-A1EAFE4D34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1523D-69E9-4EAE-A610-B3A237B75842}"/>
              </a:ext>
            </a:extLst>
          </p:cNvPr>
          <p:cNvSpPr>
            <a:spLocks noGrp="1"/>
          </p:cNvSpPr>
          <p:nvPr>
            <p:ph type="dt" sz="half" idx="10"/>
          </p:nvPr>
        </p:nvSpPr>
        <p:spPr/>
        <p:txBody>
          <a:bodyPr/>
          <a:lstStyle/>
          <a:p>
            <a:fld id="{804225F2-7107-4609-BCC2-77C63064A5E8}" type="datetime1">
              <a:rPr lang="en-US" smtClean="0"/>
              <a:t>7/9/2026</a:t>
            </a:fld>
            <a:endParaRPr lang="en-US"/>
          </a:p>
        </p:txBody>
      </p:sp>
      <p:sp>
        <p:nvSpPr>
          <p:cNvPr id="6" name="Footer Placeholder 5">
            <a:extLst>
              <a:ext uri="{FF2B5EF4-FFF2-40B4-BE49-F238E27FC236}">
                <a16:creationId xmlns:a16="http://schemas.microsoft.com/office/drawing/2014/main" id="{4EDB852F-4134-4AB5-BA87-483B1E1ADD21}"/>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5E34C5CB-918E-4A09-8222-D36E37B63C02}"/>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2678548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2744C-12E6-455B-B646-2EA92DE0E9A2}"/>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D71C4D-C062-4EEE-9A9A-31ADCC5C87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1944DC97-C26E-407A-9E29-68C52D547BDA}"/>
              </a:ext>
            </a:extLst>
          </p:cNvPr>
          <p:cNvSpPr>
            <a:spLocks noGrp="1"/>
          </p:cNvSpPr>
          <p:nvPr>
            <p:ph type="dt" sz="half" idx="10"/>
          </p:nvPr>
        </p:nvSpPr>
        <p:spPr/>
        <p:txBody>
          <a:bodyPr/>
          <a:lstStyle/>
          <a:p>
            <a:fld id="{11789749-A4CD-447F-8298-2B7988C91CEA}" type="datetime1">
              <a:rPr lang="en-US" smtClean="0"/>
              <a:t>7/9/2026</a:t>
            </a:fld>
            <a:endParaRPr lang="en-US"/>
          </a:p>
        </p:txBody>
      </p:sp>
      <p:sp>
        <p:nvSpPr>
          <p:cNvPr id="5" name="Footer Placeholder 4">
            <a:extLst>
              <a:ext uri="{FF2B5EF4-FFF2-40B4-BE49-F238E27FC236}">
                <a16:creationId xmlns:a16="http://schemas.microsoft.com/office/drawing/2014/main" id="{E72E9353-B771-47FF-975E-72337414E0ED}"/>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1EA5A858-B8B2-4364-A7D0-B2E8FAE0ADD4}"/>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1303875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A6BABE-D80C-4F54-A03C-E1F9EBCA832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285191-EF5B-48BE-AB5D-B7BA4C3D09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FA387A-1231-4FE3-8574-D4331A3432D2}"/>
              </a:ext>
            </a:extLst>
          </p:cNvPr>
          <p:cNvSpPr>
            <a:spLocks noGrp="1"/>
          </p:cNvSpPr>
          <p:nvPr>
            <p:ph type="dt" sz="half" idx="10"/>
          </p:nvPr>
        </p:nvSpPr>
        <p:spPr/>
        <p:txBody>
          <a:bodyPr/>
          <a:lstStyle/>
          <a:p>
            <a:fld id="{BA0444D3-C0BA-4587-A56C-581AB9F841BE}" type="datetime1">
              <a:rPr lang="en-US" smtClean="0"/>
              <a:t>7/9/2026</a:t>
            </a:fld>
            <a:endParaRPr lang="en-US"/>
          </a:p>
        </p:txBody>
      </p:sp>
      <p:sp>
        <p:nvSpPr>
          <p:cNvPr id="5" name="Footer Placeholder 4">
            <a:extLst>
              <a:ext uri="{FF2B5EF4-FFF2-40B4-BE49-F238E27FC236}">
                <a16:creationId xmlns:a16="http://schemas.microsoft.com/office/drawing/2014/main" id="{02F21559-4901-4AD3-ABE7-DF02354573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D8F6C18E-B751-4E7B-9CD8-1BF44DAB80F4}"/>
              </a:ext>
            </a:extLst>
          </p:cNvPr>
          <p:cNvSpPr>
            <a:spLocks noGrp="1"/>
          </p:cNvSpPr>
          <p:nvPr>
            <p:ph type="sldNum" sz="quarter" idx="12"/>
          </p:nvPr>
        </p:nvSpPr>
        <p:spPr/>
        <p:txBody>
          <a:bodyPr/>
          <a:lstStyle/>
          <a:p>
            <a:fld id="{F8E28480-1C08-4458-AD97-0283E6FFD09D}" type="slidenum">
              <a:rPr lang="en-US" smtClean="0"/>
              <a:t>‹#›</a:t>
            </a:fld>
            <a:endParaRPr lang="en-US"/>
          </a:p>
        </p:txBody>
      </p:sp>
    </p:spTree>
    <p:extLst>
      <p:ext uri="{BB962C8B-B14F-4D97-AF65-F5344CB8AC3E}">
        <p14:creationId xmlns:p14="http://schemas.microsoft.com/office/powerpoint/2010/main" val="3467362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AA0686-7BAC-45C0-BA30-0D0CBCE5CE63}"/>
              </a:ext>
            </a:extLst>
          </p:cNvPr>
          <p:cNvSpPr>
            <a:spLocks noGrp="1"/>
          </p:cNvSpPr>
          <p:nvPr>
            <p:ph type="title"/>
          </p:nvPr>
        </p:nvSpPr>
        <p:spPr>
          <a:xfrm>
            <a:off x="1371600" y="685800"/>
            <a:ext cx="9486900" cy="137160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4202DE-82CD-407D-8C68-174B0CBB57F7}"/>
              </a:ext>
            </a:extLst>
          </p:cNvPr>
          <p:cNvSpPr>
            <a:spLocks noGrp="1"/>
          </p:cNvSpPr>
          <p:nvPr>
            <p:ph type="body" idx="1"/>
          </p:nvPr>
        </p:nvSpPr>
        <p:spPr>
          <a:xfrm>
            <a:off x="1371599" y="2254103"/>
            <a:ext cx="9486901" cy="39180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554AC9D-6E1B-46D3-959F-A068A1EDBDBA}"/>
              </a:ext>
            </a:extLst>
          </p:cNvPr>
          <p:cNvSpPr>
            <a:spLocks noGrp="1"/>
          </p:cNvSpPr>
          <p:nvPr>
            <p:ph type="dt" sz="half" idx="2"/>
          </p:nvPr>
        </p:nvSpPr>
        <p:spPr>
          <a:xfrm rot="5400000">
            <a:off x="9800022" y="3223751"/>
            <a:ext cx="4114801"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fld id="{D3FE42E8-8B57-452D-A122-4DCE9AC771EF}" type="datetime1">
              <a:rPr lang="en-US" smtClean="0"/>
              <a:t>7/9/2026</a:t>
            </a:fld>
            <a:endParaRPr lang="en-US"/>
          </a:p>
        </p:txBody>
      </p:sp>
      <p:sp>
        <p:nvSpPr>
          <p:cNvPr id="5" name="Footer Placeholder 4">
            <a:extLst>
              <a:ext uri="{FF2B5EF4-FFF2-40B4-BE49-F238E27FC236}">
                <a16:creationId xmlns:a16="http://schemas.microsoft.com/office/drawing/2014/main" id="{A5FC0015-9EFB-40F8-BC00-AC2483D60905}"/>
              </a:ext>
            </a:extLst>
          </p:cNvPr>
          <p:cNvSpPr>
            <a:spLocks noGrp="1"/>
          </p:cNvSpPr>
          <p:nvPr>
            <p:ph type="ftr" sz="quarter" idx="3"/>
          </p:nvPr>
        </p:nvSpPr>
        <p:spPr>
          <a:xfrm rot="5400000">
            <a:off x="-1708136" y="3223750"/>
            <a:ext cx="4114800" cy="410501"/>
          </a:xfrm>
          <a:prstGeom prst="rect">
            <a:avLst/>
          </a:prstGeom>
        </p:spPr>
        <p:txBody>
          <a:bodyPr vert="horz" lIns="91440" tIns="45720" rIns="91440" bIns="45720" rtlCol="0" anchor="ctr"/>
          <a:lstStyle>
            <a:lvl1pPr algn="ctr">
              <a:defRPr sz="900" cap="all" spc="300" baseline="0">
                <a:solidFill>
                  <a:schemeClr val="tx2">
                    <a:lumMod val="75000"/>
                    <a:lumOff val="25000"/>
                  </a:schemeClr>
                </a:solidFill>
                <a:latin typeface="+mn-lt"/>
              </a:defRPr>
            </a:lvl1pPr>
          </a:lstStyle>
          <a:p>
            <a:r>
              <a:rPr lang="en-US" dirty="0"/>
              <a:t>Sample Footer Text</a:t>
            </a:r>
          </a:p>
        </p:txBody>
      </p:sp>
      <p:sp>
        <p:nvSpPr>
          <p:cNvPr id="6" name="Slide Number Placeholder 5">
            <a:extLst>
              <a:ext uri="{FF2B5EF4-FFF2-40B4-BE49-F238E27FC236}">
                <a16:creationId xmlns:a16="http://schemas.microsoft.com/office/drawing/2014/main" id="{E572C732-0E3E-49E0-A72E-D4C08CB4455A}"/>
              </a:ext>
            </a:extLst>
          </p:cNvPr>
          <p:cNvSpPr>
            <a:spLocks noGrp="1"/>
          </p:cNvSpPr>
          <p:nvPr>
            <p:ph type="sldNum" sz="quarter" idx="4"/>
          </p:nvPr>
        </p:nvSpPr>
        <p:spPr>
          <a:xfrm>
            <a:off x="11116340" y="6356350"/>
            <a:ext cx="871868" cy="365125"/>
          </a:xfrm>
          <a:prstGeom prst="rect">
            <a:avLst/>
          </a:prstGeom>
        </p:spPr>
        <p:txBody>
          <a:bodyPr vert="horz" lIns="91440" tIns="45720" rIns="91440" bIns="45720" rtlCol="0" anchor="ctr"/>
          <a:lstStyle>
            <a:lvl1pPr algn="r">
              <a:defRPr sz="900" spc="300">
                <a:solidFill>
                  <a:schemeClr val="tx2">
                    <a:lumMod val="75000"/>
                    <a:lumOff val="25000"/>
                  </a:schemeClr>
                </a:solidFill>
                <a:latin typeface="+mn-lt"/>
              </a:defRPr>
            </a:lvl1pPr>
          </a:lstStyle>
          <a:p>
            <a:fld id="{F8E28480-1C08-4458-AD97-0283E6FFD09D}" type="slidenum">
              <a:rPr lang="en-US" smtClean="0"/>
              <a:pPr/>
              <a:t>‹#›</a:t>
            </a:fld>
            <a:endParaRPr lang="en-US"/>
          </a:p>
        </p:txBody>
      </p:sp>
    </p:spTree>
    <p:extLst>
      <p:ext uri="{BB962C8B-B14F-4D97-AF65-F5344CB8AC3E}">
        <p14:creationId xmlns:p14="http://schemas.microsoft.com/office/powerpoint/2010/main" val="2794867982"/>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2" r:id="rId6"/>
    <p:sldLayoutId id="2147483828" r:id="rId7"/>
    <p:sldLayoutId id="2147483829" r:id="rId8"/>
    <p:sldLayoutId id="2147483830" r:id="rId9"/>
    <p:sldLayoutId id="2147483831" r:id="rId10"/>
    <p:sldLayoutId id="2147483833" r:id="rId11"/>
  </p:sldLayoutIdLst>
  <p:hf sldNum="0" hdr="0" ftr="0" dt="0"/>
  <p:txStyles>
    <p:titleStyle>
      <a:lvl1pPr algn="l" defTabSz="914400" rtl="0" eaLnBrk="1" latinLnBrk="0" hangingPunct="1">
        <a:lnSpc>
          <a:spcPct val="90000"/>
        </a:lnSpc>
        <a:spcBef>
          <a:spcPct val="0"/>
        </a:spcBef>
        <a:buNone/>
        <a:defRPr sz="36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SzPct val="70000"/>
        <a:buFont typeface="Arial" panose="020B0604020202020204" pitchFamily="34" charset="0"/>
        <a:buChar char="•"/>
        <a:defRPr sz="2400" kern="1200">
          <a:solidFill>
            <a:schemeClr val="tx2"/>
          </a:solidFill>
          <a:latin typeface="+mj-lt"/>
          <a:ea typeface="+mn-ea"/>
          <a:cs typeface="+mn-cs"/>
        </a:defRPr>
      </a:lvl1pPr>
      <a:lvl2pPr marL="685800" indent="-228600" algn="l" defTabSz="914400" rtl="0" eaLnBrk="1" latinLnBrk="0" hangingPunct="1">
        <a:lnSpc>
          <a:spcPct val="100000"/>
        </a:lnSpc>
        <a:spcBef>
          <a:spcPts val="500"/>
        </a:spcBef>
        <a:buSzPct val="70000"/>
        <a:buFont typeface="Arial" panose="020B0604020202020204" pitchFamily="34" charset="0"/>
        <a:buChar char="•"/>
        <a:defRPr sz="2000" kern="1200">
          <a:solidFill>
            <a:schemeClr val="tx2"/>
          </a:solidFill>
          <a:latin typeface="+mj-lt"/>
          <a:ea typeface="+mn-ea"/>
          <a:cs typeface="+mn-cs"/>
        </a:defRPr>
      </a:lvl2pPr>
      <a:lvl3pPr marL="1143000" indent="-228600" algn="l" defTabSz="914400" rtl="0" eaLnBrk="1" latinLnBrk="0" hangingPunct="1">
        <a:lnSpc>
          <a:spcPct val="100000"/>
        </a:lnSpc>
        <a:spcBef>
          <a:spcPts val="500"/>
        </a:spcBef>
        <a:buSzPct val="70000"/>
        <a:buFont typeface="Arial" panose="020B0604020202020204" pitchFamily="34" charset="0"/>
        <a:buChar char="•"/>
        <a:defRPr sz="1800" kern="1200">
          <a:solidFill>
            <a:schemeClr val="tx2"/>
          </a:solidFill>
          <a:latin typeface="+mj-lt"/>
          <a:ea typeface="+mn-ea"/>
          <a:cs typeface="+mn-cs"/>
        </a:defRPr>
      </a:lvl3pPr>
      <a:lvl4pPr marL="16002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4pPr>
      <a:lvl5pPr marL="2057400" indent="-228600" algn="l" defTabSz="914400" rtl="0" eaLnBrk="1" latinLnBrk="0" hangingPunct="1">
        <a:lnSpc>
          <a:spcPct val="100000"/>
        </a:lnSpc>
        <a:spcBef>
          <a:spcPts val="500"/>
        </a:spcBef>
        <a:buSzPct val="70000"/>
        <a:buFont typeface="Arial" panose="020B0604020202020204" pitchFamily="34" charset="0"/>
        <a:buChar char="•"/>
        <a:defRPr sz="1600" kern="1200">
          <a:solidFill>
            <a:schemeClr val="tx2"/>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9.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27.png"/><Relationship Id="rId18" Type="http://schemas.openxmlformats.org/officeDocument/2006/relationships/customXml" Target="../ink/ink8.xml"/><Relationship Id="rId3" Type="http://schemas.openxmlformats.org/officeDocument/2006/relationships/image" Target="../media/image21.png"/><Relationship Id="rId21" Type="http://schemas.openxmlformats.org/officeDocument/2006/relationships/image" Target="../media/image31.png"/><Relationship Id="rId7" Type="http://schemas.openxmlformats.org/officeDocument/2006/relationships/image" Target="../media/image24.png"/><Relationship Id="rId12" Type="http://schemas.openxmlformats.org/officeDocument/2006/relationships/customXml" Target="../ink/ink5.xml"/><Relationship Id="rId17" Type="http://schemas.openxmlformats.org/officeDocument/2006/relationships/image" Target="../media/image29.png"/><Relationship Id="rId2" Type="http://schemas.openxmlformats.org/officeDocument/2006/relationships/image" Target="../media/image20.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9.xml"/><Relationship Id="rId6" Type="http://schemas.openxmlformats.org/officeDocument/2006/relationships/customXml" Target="../ink/ink2.xml"/><Relationship Id="rId11" Type="http://schemas.openxmlformats.org/officeDocument/2006/relationships/image" Target="../media/image26.png"/><Relationship Id="rId5" Type="http://schemas.openxmlformats.org/officeDocument/2006/relationships/image" Target="../media/image23.png"/><Relationship Id="rId15" Type="http://schemas.openxmlformats.org/officeDocument/2006/relationships/image" Target="../media/image28.png"/><Relationship Id="rId23" Type="http://schemas.openxmlformats.org/officeDocument/2006/relationships/image" Target="../media/image32.png"/><Relationship Id="rId10" Type="http://schemas.openxmlformats.org/officeDocument/2006/relationships/customXml" Target="../ink/ink4.xml"/><Relationship Id="rId19" Type="http://schemas.openxmlformats.org/officeDocument/2006/relationships/image" Target="../media/image30.png"/><Relationship Id="rId4" Type="http://schemas.openxmlformats.org/officeDocument/2006/relationships/customXml" Target="../ink/ink1.xml"/><Relationship Id="rId9" Type="http://schemas.openxmlformats.org/officeDocument/2006/relationships/image" Target="../media/image25.png"/><Relationship Id="rId14" Type="http://schemas.openxmlformats.org/officeDocument/2006/relationships/customXml" Target="../ink/ink6.xml"/><Relationship Id="rId22" Type="http://schemas.openxmlformats.org/officeDocument/2006/relationships/customXml" Target="../ink/ink10.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99485AE2-6BE9-4DCA-A6C4-83F4EEFCC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65BA7CAF-5EE9-4EEE-9E12-B2CECCB94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EC199F73-795E-469A-AF4B-13FA2C7AB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4431"/>
            <a:ext cx="10820401"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2057400" y="1371599"/>
            <a:ext cx="8115300" cy="2339633"/>
          </a:xfrm>
        </p:spPr>
        <p:txBody>
          <a:bodyPr anchor="b">
            <a:normAutofit/>
          </a:bodyPr>
          <a:lstStyle/>
          <a:p>
            <a:r>
              <a:rPr lang="en-US" sz="6000" dirty="0">
                <a:solidFill>
                  <a:srgbClr val="557272"/>
                </a:solidFill>
                <a:highlight>
                  <a:srgbClr val="C0C0C0"/>
                </a:highlight>
              </a:rPr>
              <a:t>Online course </a:t>
            </a:r>
            <a:r>
              <a:rPr lang="en-US" sz="6000">
                <a:solidFill>
                  <a:srgbClr val="557272"/>
                </a:solidFill>
                <a:highlight>
                  <a:srgbClr val="C0C0C0"/>
                </a:highlight>
              </a:rPr>
              <a:t>recommendation</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1EA470F-FDBE-1605-7EB7-0DF5206FC858}"/>
              </a:ext>
            </a:extLst>
          </p:cNvPr>
          <p:cNvSpPr>
            <a:spLocks noGrp="1"/>
          </p:cNvSpPr>
          <p:nvPr>
            <p:ph idx="1"/>
          </p:nvPr>
        </p:nvSpPr>
        <p:spPr>
          <a:xfrm>
            <a:off x="1371600" y="972543"/>
            <a:ext cx="9588501" cy="4803384"/>
          </a:xfrm>
          <a:solidFill>
            <a:schemeClr val="bg1"/>
          </a:solidFill>
        </p:spPr>
        <p:txBody>
          <a:bodyPr vert="horz" lIns="91440" tIns="45720" rIns="91440" bIns="45720" rtlCol="0" anchor="t">
            <a:normAutofit fontScale="25000" lnSpcReduction="20000"/>
          </a:bodyPr>
          <a:lstStyle/>
          <a:p>
            <a:pPr marL="0" indent="0">
              <a:buNone/>
            </a:pPr>
            <a:r>
              <a:rPr lang="en-US" dirty="0"/>
              <a:t>                                                                                                                           </a:t>
            </a:r>
          </a:p>
          <a:p>
            <a:pPr marL="0" indent="0">
              <a:buNone/>
            </a:pPr>
            <a:endParaRPr lang="en-US"/>
          </a:p>
          <a:p>
            <a:pPr marL="0" indent="0">
              <a:buNone/>
            </a:pPr>
            <a:r>
              <a:rPr lang="en-US" sz="2000" dirty="0"/>
              <a:t> </a:t>
            </a:r>
            <a:r>
              <a:rPr lang="en-US" sz="6000">
                <a:solidFill>
                  <a:srgbClr val="C00000"/>
                </a:solidFill>
                <a:latin typeface="Aptos"/>
              </a:rPr>
              <a:t>Project </a:t>
            </a:r>
            <a:r>
              <a:rPr lang="en-US" sz="6000" dirty="0">
                <a:solidFill>
                  <a:srgbClr val="C00000"/>
                </a:solidFill>
                <a:latin typeface="Aptos"/>
              </a:rPr>
              <a:t>done by:</a:t>
            </a:r>
            <a:endParaRPr lang="en-US" sz="6000">
              <a:latin typeface="Aptos"/>
            </a:endParaRPr>
          </a:p>
          <a:p>
            <a:pPr marL="0" indent="0">
              <a:buNone/>
            </a:pPr>
            <a:r>
              <a:rPr lang="en-US" sz="4400" dirty="0">
                <a:solidFill>
                  <a:srgbClr val="293737"/>
                </a:solidFill>
                <a:latin typeface="Goudy Old Style"/>
                <a:ea typeface="Calibri"/>
                <a:cs typeface="Calibri"/>
              </a:rPr>
              <a:t>                        </a:t>
            </a:r>
            <a:r>
              <a:rPr lang="en-US" sz="6000" dirty="0">
                <a:solidFill>
                  <a:srgbClr val="293737"/>
                </a:solidFill>
                <a:latin typeface="Aptos"/>
                <a:ea typeface="Calibri"/>
                <a:cs typeface="Calibri"/>
              </a:rPr>
              <a:t> </a:t>
            </a:r>
            <a:r>
              <a:rPr lang="en-US" sz="6000">
                <a:solidFill>
                  <a:srgbClr val="7030A0"/>
                </a:solidFill>
                <a:highlight>
                  <a:srgbClr val="FFFFFF"/>
                </a:highlight>
                <a:latin typeface="Aptos"/>
                <a:ea typeface="Calibri"/>
                <a:cs typeface="Arial"/>
              </a:rPr>
              <a:t>Ajay⁩ </a:t>
            </a:r>
            <a:endParaRPr lang="en-US" sz="6000" dirty="0">
              <a:solidFill>
                <a:srgbClr val="7030A0"/>
              </a:solidFill>
              <a:highlight>
                <a:srgbClr val="FFFFFF"/>
              </a:highlight>
              <a:latin typeface="Aptos"/>
              <a:ea typeface="Calibri"/>
              <a:cs typeface="Arial"/>
            </a:endParaRPr>
          </a:p>
          <a:p>
            <a:pPr>
              <a:buNone/>
            </a:pPr>
            <a:r>
              <a:rPr lang="en-US" sz="4400" dirty="0">
                <a:solidFill>
                  <a:srgbClr val="7030A0"/>
                </a:solidFill>
                <a:highlight>
                  <a:srgbClr val="FFFFFF"/>
                </a:highlight>
                <a:latin typeface="Aptos"/>
                <a:ea typeface="Calibri"/>
                <a:cs typeface="Arial"/>
              </a:rPr>
              <a:t>                             </a:t>
            </a:r>
            <a:r>
              <a:rPr lang="en-US" sz="6000">
                <a:solidFill>
                  <a:srgbClr val="7030A0"/>
                </a:solidFill>
                <a:highlight>
                  <a:srgbClr val="FFFFFF"/>
                </a:highlight>
                <a:latin typeface="Aptos"/>
                <a:ea typeface="Calibri"/>
                <a:cs typeface="Arial"/>
              </a:rPr>
              <a:t>Charan</a:t>
            </a:r>
            <a:endParaRPr lang="en-US" sz="6000">
              <a:solidFill>
                <a:srgbClr val="7030A0"/>
              </a:solidFill>
              <a:latin typeface="Aptos"/>
            </a:endParaRPr>
          </a:p>
          <a:p>
            <a:pPr>
              <a:buNone/>
            </a:pPr>
            <a:r>
              <a:rPr lang="en-US" sz="4400">
                <a:solidFill>
                  <a:srgbClr val="7030A0"/>
                </a:solidFill>
                <a:highlight>
                  <a:srgbClr val="FFFFFF"/>
                </a:highlight>
                <a:latin typeface="Aptos"/>
                <a:ea typeface="Calibri"/>
                <a:cs typeface="Arial"/>
              </a:rPr>
              <a:t>⁩                             </a:t>
            </a:r>
            <a:r>
              <a:rPr lang="en-US" sz="6000">
                <a:solidFill>
                  <a:srgbClr val="7030A0"/>
                </a:solidFill>
                <a:highlight>
                  <a:srgbClr val="FFFFFF"/>
                </a:highlight>
                <a:latin typeface="Aptos"/>
                <a:ea typeface="Calibri"/>
                <a:cs typeface="Arial"/>
              </a:rPr>
              <a:t>Preetika</a:t>
            </a:r>
            <a:r>
              <a:rPr lang="en-US" sz="4400">
                <a:solidFill>
                  <a:srgbClr val="7030A0"/>
                </a:solidFill>
                <a:highlight>
                  <a:srgbClr val="FFFFFF"/>
                </a:highlight>
                <a:latin typeface="Aptos"/>
                <a:ea typeface="Calibri"/>
                <a:cs typeface="Arial"/>
              </a:rPr>
              <a:t> </a:t>
            </a:r>
            <a:endParaRPr lang="en-US" sz="4400">
              <a:solidFill>
                <a:srgbClr val="7030A0"/>
              </a:solidFill>
              <a:latin typeface="Aptos"/>
            </a:endParaRPr>
          </a:p>
          <a:p>
            <a:pPr>
              <a:buNone/>
            </a:pPr>
            <a:r>
              <a:rPr lang="en-US" sz="4400" dirty="0">
                <a:solidFill>
                  <a:srgbClr val="7030A0"/>
                </a:solidFill>
                <a:highlight>
                  <a:srgbClr val="FFFFFF"/>
                </a:highlight>
                <a:latin typeface="Aptos"/>
                <a:ea typeface="Calibri"/>
                <a:cs typeface="Arial"/>
              </a:rPr>
              <a:t>                             </a:t>
            </a:r>
            <a:r>
              <a:rPr lang="en-US" sz="6000">
                <a:solidFill>
                  <a:srgbClr val="7030A0"/>
                </a:solidFill>
                <a:highlight>
                  <a:srgbClr val="FFFFFF"/>
                </a:highlight>
                <a:latin typeface="Aptos"/>
                <a:ea typeface="Calibri"/>
                <a:cs typeface="Arial"/>
              </a:rPr>
              <a:t>Digambar</a:t>
            </a:r>
            <a:endParaRPr lang="en-US" sz="6000">
              <a:solidFill>
                <a:srgbClr val="7030A0"/>
              </a:solidFill>
              <a:latin typeface="Aptos"/>
              <a:ea typeface="Calibri"/>
              <a:cs typeface="Arial"/>
            </a:endParaRPr>
          </a:p>
          <a:p>
            <a:pPr>
              <a:buNone/>
            </a:pPr>
            <a:r>
              <a:rPr lang="en-US" sz="4400" dirty="0">
                <a:solidFill>
                  <a:srgbClr val="7030A0"/>
                </a:solidFill>
                <a:highlight>
                  <a:srgbClr val="FFFFFF"/>
                </a:highlight>
                <a:latin typeface="Aptos"/>
                <a:ea typeface="Calibri"/>
                <a:cs typeface="Arial"/>
              </a:rPr>
              <a:t>                            </a:t>
            </a:r>
            <a:r>
              <a:rPr lang="en-US" sz="6000">
                <a:solidFill>
                  <a:srgbClr val="7030A0"/>
                </a:solidFill>
                <a:highlight>
                  <a:srgbClr val="FFFFFF"/>
                </a:highlight>
                <a:latin typeface="Aptos"/>
                <a:ea typeface="Calibri"/>
                <a:cs typeface="Arial"/>
              </a:rPr>
              <a:t> Eshwar⁩ </a:t>
            </a:r>
            <a:endParaRPr lang="en-US" sz="6000">
              <a:solidFill>
                <a:srgbClr val="7030A0"/>
              </a:solidFill>
              <a:latin typeface="Aptos"/>
            </a:endParaRPr>
          </a:p>
          <a:p>
            <a:pPr>
              <a:buNone/>
            </a:pPr>
            <a:r>
              <a:rPr lang="en-US" sz="4400" dirty="0">
                <a:solidFill>
                  <a:srgbClr val="7030A0"/>
                </a:solidFill>
                <a:highlight>
                  <a:srgbClr val="FFFFFF"/>
                </a:highlight>
                <a:latin typeface="Aptos"/>
                <a:ea typeface="Calibri"/>
                <a:cs typeface="Arial"/>
              </a:rPr>
              <a:t>                             </a:t>
            </a:r>
            <a:r>
              <a:rPr lang="en-US" sz="6000">
                <a:solidFill>
                  <a:srgbClr val="7030A0"/>
                </a:solidFill>
                <a:highlight>
                  <a:srgbClr val="FFFFFF"/>
                </a:highlight>
                <a:latin typeface="Aptos"/>
                <a:ea typeface="Calibri"/>
                <a:cs typeface="Arial"/>
              </a:rPr>
              <a:t>Vamsi⁩</a:t>
            </a:r>
            <a:endParaRPr lang="en-US" sz="6000">
              <a:solidFill>
                <a:srgbClr val="7030A0"/>
              </a:solidFill>
              <a:latin typeface="Aptos"/>
            </a:endParaRPr>
          </a:p>
          <a:p>
            <a:pPr>
              <a:buNone/>
            </a:pPr>
            <a:r>
              <a:rPr lang="en-US" sz="4400" dirty="0">
                <a:solidFill>
                  <a:srgbClr val="7030A0"/>
                </a:solidFill>
                <a:highlight>
                  <a:srgbClr val="FFFFFF"/>
                </a:highlight>
                <a:latin typeface="Aptos"/>
                <a:ea typeface="Calibri"/>
                <a:cs typeface="Arial"/>
              </a:rPr>
              <a:t>                             </a:t>
            </a:r>
            <a:r>
              <a:rPr lang="en-US" sz="6000">
                <a:solidFill>
                  <a:srgbClr val="7030A0"/>
                </a:solidFill>
                <a:highlight>
                  <a:srgbClr val="FFFFFF"/>
                </a:highlight>
                <a:latin typeface="Aptos"/>
                <a:ea typeface="Calibri"/>
                <a:cs typeface="Arial"/>
              </a:rPr>
              <a:t>Renuka</a:t>
            </a:r>
            <a:r>
              <a:rPr lang="en-US" sz="4400">
                <a:solidFill>
                  <a:srgbClr val="7030A0"/>
                </a:solidFill>
                <a:highlight>
                  <a:srgbClr val="FFFFFF"/>
                </a:highlight>
                <a:latin typeface="Aptos"/>
                <a:ea typeface="Calibri"/>
                <a:cs typeface="Arial"/>
              </a:rPr>
              <a:t>    </a:t>
            </a:r>
            <a:r>
              <a:rPr lang="en-US" sz="4400" dirty="0">
                <a:solidFill>
                  <a:srgbClr val="7030A0"/>
                </a:solidFill>
                <a:highlight>
                  <a:srgbClr val="FFFFFF"/>
                </a:highlight>
                <a:latin typeface="Aptos"/>
                <a:ea typeface="Calibri"/>
                <a:cs typeface="Arial"/>
              </a:rPr>
              <a:t>                                   </a:t>
            </a:r>
            <a:endParaRPr lang="en-US" sz="4400">
              <a:solidFill>
                <a:srgbClr val="7030A0"/>
              </a:solidFill>
              <a:latin typeface="Aptos"/>
            </a:endParaRPr>
          </a:p>
          <a:p>
            <a:pPr marL="0" indent="0">
              <a:buNone/>
            </a:pPr>
            <a:r>
              <a:rPr lang="en-US" sz="4400" dirty="0">
                <a:solidFill>
                  <a:srgbClr val="7030A0"/>
                </a:solidFill>
                <a:latin typeface="Aptos"/>
                <a:ea typeface="Calibri"/>
                <a:cs typeface="Calibri"/>
              </a:rPr>
              <a:t>                                                                                                                                                                                                                                                                                                                                    </a:t>
            </a:r>
          </a:p>
          <a:p>
            <a:pPr marL="0" indent="0">
              <a:buNone/>
            </a:pPr>
            <a:r>
              <a:rPr lang="en-US" sz="4400" dirty="0">
                <a:solidFill>
                  <a:srgbClr val="7030A0"/>
                </a:solidFill>
                <a:latin typeface="Aptos"/>
                <a:ea typeface="Calibri"/>
                <a:cs typeface="Calibri"/>
              </a:rPr>
              <a:t>                                                              </a:t>
            </a:r>
            <a:r>
              <a:rPr lang="en-US" sz="2000" dirty="0">
                <a:solidFill>
                  <a:srgbClr val="7030A0"/>
                </a:solidFill>
                <a:latin typeface="Aptos"/>
                <a:ea typeface="Calibri"/>
                <a:cs typeface="Calibri"/>
              </a:rPr>
              <a:t>                                                                                                                                    </a:t>
            </a:r>
            <a:r>
              <a:rPr lang="en-US" sz="3200" dirty="0">
                <a:solidFill>
                  <a:srgbClr val="7030A0"/>
                </a:solidFill>
                <a:latin typeface="Aptos"/>
                <a:ea typeface="Calibri"/>
                <a:cs typeface="Calibri"/>
              </a:rPr>
              <a:t> </a:t>
            </a:r>
            <a:r>
              <a:rPr lang="en-US" sz="6000" dirty="0">
                <a:solidFill>
                  <a:srgbClr val="7030A0"/>
                </a:solidFill>
                <a:latin typeface="Aptos"/>
                <a:ea typeface="Calibri"/>
                <a:cs typeface="Calibri"/>
              </a:rPr>
              <a:t>  </a:t>
            </a:r>
            <a:r>
              <a:rPr lang="en-US" sz="6000" dirty="0">
                <a:solidFill>
                  <a:srgbClr val="C00000"/>
                </a:solidFill>
                <a:latin typeface="Aptos"/>
                <a:ea typeface="Calibri"/>
                <a:cs typeface="Calibri"/>
              </a:rPr>
              <a:t>With The Help Of  Mentor &amp;  </a:t>
            </a:r>
            <a:r>
              <a:rPr lang="en-US" sz="6000" dirty="0" err="1">
                <a:solidFill>
                  <a:srgbClr val="C00000"/>
                </a:solidFill>
                <a:latin typeface="Aptos"/>
                <a:ea typeface="Calibri"/>
                <a:cs typeface="Calibri"/>
              </a:rPr>
              <a:t>Co'Mentor</a:t>
            </a:r>
            <a:r>
              <a:rPr lang="en-US" sz="6000" dirty="0">
                <a:solidFill>
                  <a:srgbClr val="C00000"/>
                </a:solidFill>
                <a:latin typeface="Aptos"/>
                <a:ea typeface="Calibri"/>
                <a:cs typeface="Calibri"/>
              </a:rPr>
              <a:t>:</a:t>
            </a:r>
            <a:endParaRPr lang="en-US" sz="6000">
              <a:latin typeface="Aptos"/>
            </a:endParaRPr>
          </a:p>
          <a:p>
            <a:pPr marL="0" indent="0">
              <a:buNone/>
            </a:pPr>
            <a:r>
              <a:rPr lang="en-US" sz="4400" dirty="0">
                <a:solidFill>
                  <a:srgbClr val="C00000"/>
                </a:solidFill>
                <a:latin typeface="Aptos"/>
                <a:ea typeface="Calibri"/>
                <a:cs typeface="Calibri"/>
              </a:rPr>
              <a:t>                                          </a:t>
            </a:r>
            <a:r>
              <a:rPr lang="en-US" sz="4400" dirty="0">
                <a:solidFill>
                  <a:srgbClr val="C00000"/>
                </a:solidFill>
                <a:latin typeface="Goudy Old Style"/>
                <a:ea typeface="Calibri"/>
                <a:cs typeface="Calibri"/>
              </a:rPr>
              <a:t>                                                                                                                           </a:t>
            </a:r>
            <a:r>
              <a:rPr lang="en-US" sz="6000" dirty="0">
                <a:solidFill>
                  <a:srgbClr val="C00000"/>
                </a:solidFill>
                <a:latin typeface="Goudy Old Style"/>
                <a:ea typeface="Calibri"/>
                <a:cs typeface="Calibri"/>
              </a:rPr>
              <a:t> </a:t>
            </a:r>
            <a:r>
              <a:rPr lang="en-US" sz="6000" dirty="0">
                <a:solidFill>
                  <a:srgbClr val="222222"/>
                </a:solidFill>
                <a:highlight>
                  <a:srgbClr val="FFFFFF"/>
                </a:highlight>
                <a:latin typeface="Arial"/>
                <a:ea typeface="Calibri"/>
                <a:cs typeface="Arial"/>
              </a:rPr>
              <a:t> </a:t>
            </a:r>
            <a:r>
              <a:rPr lang="en-US" sz="6000" b="1" err="1">
                <a:solidFill>
                  <a:srgbClr val="002060"/>
                </a:solidFill>
                <a:highlight>
                  <a:srgbClr val="FFFFFF"/>
                </a:highlight>
                <a:latin typeface="Aptos"/>
                <a:ea typeface="Calibri"/>
                <a:cs typeface="Arial"/>
              </a:rPr>
              <a:t>Diptarko</a:t>
            </a:r>
            <a:r>
              <a:rPr lang="en-US" sz="6000" b="1" dirty="0">
                <a:solidFill>
                  <a:srgbClr val="002060"/>
                </a:solidFill>
                <a:highlight>
                  <a:srgbClr val="FFFFFF"/>
                </a:highlight>
                <a:latin typeface="Aptos"/>
                <a:ea typeface="Calibri"/>
                <a:cs typeface="Arial"/>
              </a:rPr>
              <a:t> </a:t>
            </a:r>
            <a:endParaRPr lang="en-US" sz="6000">
              <a:solidFill>
                <a:srgbClr val="000000"/>
              </a:solidFill>
              <a:highlight>
                <a:srgbClr val="FFFFFF"/>
              </a:highlight>
              <a:latin typeface="Aptos"/>
              <a:ea typeface="Calibri"/>
              <a:cs typeface="Arial"/>
            </a:endParaRPr>
          </a:p>
          <a:p>
            <a:pPr marL="0" indent="0">
              <a:buNone/>
            </a:pPr>
            <a:r>
              <a:rPr lang="en-US" sz="6000" b="1" dirty="0">
                <a:solidFill>
                  <a:srgbClr val="002060"/>
                </a:solidFill>
                <a:highlight>
                  <a:srgbClr val="FFFFFF"/>
                </a:highlight>
                <a:latin typeface="Aptos"/>
                <a:ea typeface="Calibri"/>
                <a:cs typeface="Arial"/>
              </a:rPr>
              <a:t>                                                       </a:t>
            </a:r>
          </a:p>
          <a:p>
            <a:pPr marL="0" indent="0">
              <a:buNone/>
            </a:pPr>
            <a:r>
              <a:rPr lang="en-US" sz="6000" b="1">
                <a:solidFill>
                  <a:srgbClr val="002060"/>
                </a:solidFill>
                <a:highlight>
                  <a:srgbClr val="FFFFFF"/>
                </a:highlight>
                <a:latin typeface="Aptos"/>
                <a:ea typeface="Calibri"/>
                <a:cs typeface="Arial"/>
              </a:rPr>
              <a:t>                                                                                                                                                 Prajwal A N</a:t>
            </a:r>
            <a:endParaRPr lang="en-US" sz="6000" b="1" dirty="0">
              <a:solidFill>
                <a:srgbClr val="002060"/>
              </a:solidFill>
              <a:highlight>
                <a:srgbClr val="FFFFFF"/>
              </a:highlight>
              <a:latin typeface="Aptos"/>
              <a:ea typeface="Calibri"/>
              <a:cs typeface="Arial"/>
            </a:endParaRPr>
          </a:p>
          <a:p>
            <a:pPr marL="0" indent="0">
              <a:buNone/>
            </a:pPr>
            <a:endParaRPr lang="en-US" sz="4400" b="1" dirty="0">
              <a:solidFill>
                <a:srgbClr val="002060"/>
              </a:solidFill>
              <a:highlight>
                <a:srgbClr val="FFFFFF"/>
              </a:highlight>
              <a:latin typeface="Aptos"/>
              <a:ea typeface="Calibri"/>
              <a:cs typeface="Arial"/>
            </a:endParaRPr>
          </a:p>
          <a:p>
            <a:pPr marL="0" indent="0">
              <a:buNone/>
            </a:pPr>
            <a:r>
              <a:rPr lang="en-US" sz="2000" dirty="0">
                <a:solidFill>
                  <a:srgbClr val="222222"/>
                </a:solidFill>
                <a:highlight>
                  <a:srgbClr val="FFFFFF"/>
                </a:highlight>
                <a:latin typeface="Arial"/>
                <a:ea typeface="Calibri"/>
                <a:cs typeface="Arial"/>
              </a:rPr>
              <a:t>                                                                                     </a:t>
            </a:r>
            <a:br>
              <a:rPr lang="en-US" sz="2000" dirty="0"/>
            </a:br>
            <a:endParaRPr lang="en-US" sz="2000" dirty="0"/>
          </a:p>
          <a:p>
            <a:pPr>
              <a:buNone/>
            </a:pPr>
            <a:r>
              <a:rPr lang="en-US" sz="1600" b="1" dirty="0">
                <a:solidFill>
                  <a:srgbClr val="1F1F1F"/>
                </a:solidFill>
              </a:rPr>
              <a:t>     </a:t>
            </a:r>
            <a:r>
              <a:rPr lang="en-US" sz="1600" b="1" dirty="0">
                <a:solidFill>
                  <a:srgbClr val="1F1F1F"/>
                </a:solidFill>
                <a:latin typeface="Aptos"/>
              </a:rPr>
              <a:t>                                                                                                </a:t>
            </a:r>
            <a:r>
              <a:rPr lang="en-US" sz="1600" dirty="0">
                <a:solidFill>
                  <a:srgbClr val="222222"/>
                </a:solidFill>
                <a:highlight>
                  <a:srgbClr val="FFFFFF"/>
                </a:highlight>
                <a:latin typeface="Arial"/>
                <a:ea typeface="Calibri"/>
                <a:cs typeface="Arial"/>
              </a:rPr>
              <a:t>                 </a:t>
            </a:r>
            <a:endParaRPr lang="en-US" sz="1600" dirty="0">
              <a:solidFill>
                <a:srgbClr val="002060"/>
              </a:solidFill>
              <a:latin typeface="Aptos"/>
              <a:ea typeface="Calibri"/>
              <a:cs typeface="Arial"/>
            </a:endParaRPr>
          </a:p>
        </p:txBody>
      </p:sp>
    </p:spTree>
    <p:extLst>
      <p:ext uri="{BB962C8B-B14F-4D97-AF65-F5344CB8AC3E}">
        <p14:creationId xmlns:p14="http://schemas.microsoft.com/office/powerpoint/2010/main" val="564402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Rectangle 20">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53B6C-9603-F2C5-EBAF-7928A8731026}"/>
              </a:ext>
            </a:extLst>
          </p:cNvPr>
          <p:cNvSpPr>
            <a:spLocks noGrp="1"/>
          </p:cNvSpPr>
          <p:nvPr>
            <p:ph type="title"/>
          </p:nvPr>
        </p:nvSpPr>
        <p:spPr>
          <a:xfrm>
            <a:off x="1371599" y="1010097"/>
            <a:ext cx="9486901" cy="1010088"/>
          </a:xfrm>
        </p:spPr>
        <p:txBody>
          <a:bodyPr anchor="b">
            <a:normAutofit/>
          </a:bodyPr>
          <a:lstStyle/>
          <a:p>
            <a:pPr algn="ctr"/>
            <a:r>
              <a:rPr lang="en-US">
                <a:highlight>
                  <a:srgbClr val="C0C0C0"/>
                </a:highlight>
              </a:rPr>
              <a:t>introduction</a:t>
            </a:r>
          </a:p>
        </p:txBody>
      </p:sp>
      <p:sp>
        <p:nvSpPr>
          <p:cNvPr id="3" name="Content Placeholder 2">
            <a:extLst>
              <a:ext uri="{FF2B5EF4-FFF2-40B4-BE49-F238E27FC236}">
                <a16:creationId xmlns:a16="http://schemas.microsoft.com/office/drawing/2014/main" id="{08B0EE05-128C-BB8C-5B71-85C5BB445118}"/>
              </a:ext>
            </a:extLst>
          </p:cNvPr>
          <p:cNvSpPr>
            <a:spLocks noGrp="1"/>
          </p:cNvSpPr>
          <p:nvPr>
            <p:ph idx="1"/>
          </p:nvPr>
        </p:nvSpPr>
        <p:spPr>
          <a:xfrm>
            <a:off x="1371600" y="2206257"/>
            <a:ext cx="9486901" cy="3540642"/>
          </a:xfrm>
        </p:spPr>
        <p:txBody>
          <a:bodyPr vert="horz" lIns="91440" tIns="45720" rIns="91440" bIns="45720" rtlCol="0">
            <a:normAutofit/>
          </a:bodyPr>
          <a:lstStyle/>
          <a:p>
            <a:pPr>
              <a:lnSpc>
                <a:spcPct val="90000"/>
              </a:lnSpc>
            </a:pPr>
            <a:r>
              <a:rPr lang="en-US" sz="1500" dirty="0">
                <a:latin typeface="Aptos"/>
              </a:rPr>
              <a:t>An </a:t>
            </a:r>
            <a:r>
              <a:rPr lang="en-US" sz="1500" b="1" dirty="0">
                <a:latin typeface="Aptos"/>
              </a:rPr>
              <a:t>online course recommendation system</a:t>
            </a:r>
            <a:r>
              <a:rPr lang="en-US" sz="1500" dirty="0">
                <a:latin typeface="Aptos"/>
              </a:rPr>
              <a:t> is an AI-powered tool designed to help learners discover relevant educational content based on their personal interests, goals, and learning history. By filtering through vast catalogs of classes, these systems prevent information overload and deliver </a:t>
            </a:r>
            <a:r>
              <a:rPr lang="en-US" sz="1500">
                <a:latin typeface="Aptos"/>
              </a:rPr>
              <a:t>highly personalized</a:t>
            </a:r>
            <a:r>
              <a:rPr lang="en-US" sz="1500" dirty="0">
                <a:latin typeface="Aptos"/>
              </a:rPr>
              <a:t> suggestions. </a:t>
            </a:r>
          </a:p>
          <a:p>
            <a:pPr>
              <a:lnSpc>
                <a:spcPct val="90000"/>
              </a:lnSpc>
            </a:pPr>
            <a:r>
              <a:rPr lang="en-US" sz="1500">
                <a:latin typeface="Aptos"/>
              </a:rPr>
              <a:t>These systems utilize e-learning data to match you with the right course through a few key methods:</a:t>
            </a:r>
          </a:p>
          <a:p>
            <a:pPr>
              <a:lnSpc>
                <a:spcPct val="90000"/>
              </a:lnSpc>
            </a:pPr>
            <a:r>
              <a:rPr lang="en-US" sz="1500" b="1">
                <a:latin typeface="Aptos"/>
              </a:rPr>
              <a:t>Content-Based Filtering:</a:t>
            </a:r>
            <a:r>
              <a:rPr lang="en-US" sz="1500">
                <a:latin typeface="Aptos"/>
              </a:rPr>
              <a:t> The system analyzes course metadata—such as titles, descriptions, categories, and difficulty levels—to find courses that share similar features or topics. </a:t>
            </a:r>
          </a:p>
          <a:p>
            <a:pPr>
              <a:lnSpc>
                <a:spcPct val="90000"/>
              </a:lnSpc>
            </a:pPr>
            <a:r>
              <a:rPr lang="en-US" sz="1500" b="1" dirty="0">
                <a:latin typeface="Aptos"/>
              </a:rPr>
              <a:t>Collaborative Filtering:</a:t>
            </a:r>
            <a:r>
              <a:rPr lang="en-US" sz="1500" dirty="0">
                <a:latin typeface="Aptos"/>
              </a:rPr>
              <a:t> It looks at the learning habits of other students with similar profiles. If users who took the same courses as you also enjoyed a specific machine learning class, the system </a:t>
            </a:r>
            <a:r>
              <a:rPr lang="en-US" sz="1500">
                <a:latin typeface="Aptos"/>
              </a:rPr>
              <a:t>will recommend</a:t>
            </a:r>
            <a:r>
              <a:rPr lang="en-US" sz="1500" dirty="0">
                <a:latin typeface="Aptos"/>
              </a:rPr>
              <a:t> that class to you. </a:t>
            </a:r>
          </a:p>
          <a:p>
            <a:pPr>
              <a:lnSpc>
                <a:spcPct val="90000"/>
              </a:lnSpc>
            </a:pPr>
            <a:r>
              <a:rPr lang="en-US" sz="1500" b="1" dirty="0">
                <a:latin typeface="Aptos"/>
              </a:rPr>
              <a:t>Hybrid Approaches:</a:t>
            </a:r>
            <a:r>
              <a:rPr lang="en-US" sz="1500" dirty="0">
                <a:latin typeface="Aptos"/>
              </a:rPr>
              <a:t> Most modern platforms combine both methods to improve accuracy. They often use natural language processing (NLP) to understand what a course is about and machine learning </a:t>
            </a:r>
            <a:r>
              <a:rPr lang="en-US" sz="1500">
                <a:latin typeface="Aptos"/>
              </a:rPr>
              <a:t>to map</a:t>
            </a:r>
            <a:r>
              <a:rPr lang="en-US" sz="1500" dirty="0">
                <a:latin typeface="Aptos"/>
              </a:rPr>
              <a:t> out personalized</a:t>
            </a:r>
          </a:p>
          <a:p>
            <a:pPr>
              <a:lnSpc>
                <a:spcPct val="90000"/>
              </a:lnSpc>
            </a:pPr>
            <a:endParaRPr lang="en-US" sz="1500">
              <a:latin typeface="Aptos"/>
            </a:endParaRPr>
          </a:p>
          <a:p>
            <a:pPr>
              <a:lnSpc>
                <a:spcPct val="90000"/>
              </a:lnSpc>
            </a:pPr>
            <a:endParaRPr lang="en-US" sz="1500"/>
          </a:p>
        </p:txBody>
      </p:sp>
    </p:spTree>
    <p:extLst>
      <p:ext uri="{BB962C8B-B14F-4D97-AF65-F5344CB8AC3E}">
        <p14:creationId xmlns:p14="http://schemas.microsoft.com/office/powerpoint/2010/main" val="1579975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937C42-0A14-CD1A-C579-F9DDBF19D856}"/>
              </a:ext>
            </a:extLst>
          </p:cNvPr>
          <p:cNvSpPr>
            <a:spLocks noGrp="1"/>
          </p:cNvSpPr>
          <p:nvPr>
            <p:ph type="title"/>
          </p:nvPr>
        </p:nvSpPr>
        <p:spPr>
          <a:xfrm>
            <a:off x="1371599" y="1118954"/>
            <a:ext cx="9486901" cy="313403"/>
          </a:xfrm>
        </p:spPr>
        <p:txBody>
          <a:bodyPr anchor="b">
            <a:normAutofit fontScale="90000"/>
          </a:bodyPr>
          <a:lstStyle/>
          <a:p>
            <a:pPr algn="ctr"/>
            <a:r>
              <a:rPr lang="en-US">
                <a:highlight>
                  <a:srgbClr val="C0C0C0"/>
                </a:highlight>
              </a:rPr>
              <a:t>PROBLEM STATEMENT</a:t>
            </a:r>
          </a:p>
        </p:txBody>
      </p:sp>
      <p:sp>
        <p:nvSpPr>
          <p:cNvPr id="3" name="Content Placeholder 2">
            <a:extLst>
              <a:ext uri="{FF2B5EF4-FFF2-40B4-BE49-F238E27FC236}">
                <a16:creationId xmlns:a16="http://schemas.microsoft.com/office/drawing/2014/main" id="{BB92F908-71F2-ACA1-12C6-AE1D8BA5DA6A}"/>
              </a:ext>
            </a:extLst>
          </p:cNvPr>
          <p:cNvSpPr>
            <a:spLocks noGrp="1"/>
          </p:cNvSpPr>
          <p:nvPr>
            <p:ph idx="1"/>
          </p:nvPr>
        </p:nvSpPr>
        <p:spPr>
          <a:xfrm>
            <a:off x="1204686" y="1473286"/>
            <a:ext cx="10089243" cy="4571155"/>
          </a:xfrm>
        </p:spPr>
        <p:txBody>
          <a:bodyPr vert="horz" lIns="91440" tIns="45720" rIns="91440" bIns="45720" rtlCol="0" anchor="t">
            <a:normAutofit lnSpcReduction="10000"/>
          </a:bodyPr>
          <a:lstStyle/>
          <a:p>
            <a:pPr marL="0" indent="0">
              <a:buNone/>
            </a:pPr>
            <a:r>
              <a:rPr lang="en-US" sz="1500" dirty="0">
                <a:highlight>
                  <a:srgbClr val="FFFFFF"/>
                </a:highlight>
                <a:latin typeface="Aptos"/>
                <a:ea typeface="+mj-lt"/>
                <a:cs typeface="+mj-lt"/>
              </a:rPr>
              <a:t>    </a:t>
            </a:r>
          </a:p>
          <a:p>
            <a:pPr marL="0" indent="0">
              <a:buNone/>
            </a:pPr>
            <a:r>
              <a:rPr lang="en-US" sz="1500" dirty="0">
                <a:highlight>
                  <a:srgbClr val="FFFFFF"/>
                </a:highlight>
                <a:latin typeface="Aptos"/>
                <a:ea typeface="+mj-lt"/>
                <a:cs typeface="+mj-lt"/>
              </a:rPr>
              <a:t>            </a:t>
            </a:r>
            <a:r>
              <a:rPr lang="en-US" sz="1600">
                <a:highlight>
                  <a:srgbClr val="FFFFFF"/>
                </a:highlight>
                <a:latin typeface="Aptos"/>
                <a:ea typeface="+mj-lt"/>
                <a:cs typeface="+mj-lt"/>
              </a:rPr>
              <a:t>This project aims to develop a </a:t>
            </a:r>
            <a:r>
              <a:rPr lang="en-US" sz="1600" b="1" dirty="0">
                <a:highlight>
                  <a:srgbClr val="FFFFFF"/>
                </a:highlight>
                <a:latin typeface="Aptos"/>
                <a:ea typeface="+mj-lt"/>
                <a:cs typeface="+mj-lt"/>
              </a:rPr>
              <a:t>Hybrid Course Recommendation System</a:t>
            </a:r>
            <a:r>
              <a:rPr lang="en-US" sz="1600" dirty="0">
                <a:highlight>
                  <a:srgbClr val="FFFFFF"/>
                </a:highlight>
                <a:latin typeface="Aptos"/>
                <a:ea typeface="+mj-lt"/>
                <a:cs typeface="+mj-lt"/>
              </a:rPr>
              <a:t> that combines </a:t>
            </a:r>
            <a:r>
              <a:rPr lang="en-US" sz="1600" b="1" dirty="0">
                <a:highlight>
                  <a:srgbClr val="FFFFFF"/>
                </a:highlight>
                <a:latin typeface="Aptos"/>
                <a:ea typeface="+mj-lt"/>
                <a:cs typeface="+mj-lt"/>
              </a:rPr>
              <a:t>Collaborative Filtering</a:t>
            </a:r>
            <a:r>
              <a:rPr lang="en-US" sz="1600" dirty="0">
                <a:highlight>
                  <a:srgbClr val="FFFFFF"/>
                </a:highlight>
                <a:latin typeface="Aptos"/>
                <a:ea typeface="+mj-lt"/>
                <a:cs typeface="+mj-lt"/>
              </a:rPr>
              <a:t> and </a:t>
            </a:r>
            <a:r>
              <a:rPr lang="en-US" sz="1600" b="1" dirty="0">
                <a:highlight>
                  <a:srgbClr val="FFFFFF"/>
                </a:highlight>
                <a:latin typeface="Aptos"/>
                <a:ea typeface="+mj-lt"/>
                <a:cs typeface="+mj-lt"/>
              </a:rPr>
              <a:t>Content-Based Filtering</a:t>
            </a:r>
            <a:r>
              <a:rPr lang="en-US" sz="1600" dirty="0">
                <a:highlight>
                  <a:srgbClr val="FFFFFF"/>
                </a:highlight>
                <a:latin typeface="Aptos"/>
                <a:ea typeface="+mj-lt"/>
                <a:cs typeface="+mj-lt"/>
              </a:rPr>
              <a:t> to recommend personalized courses. The system analyzes user interactions, course features, and learner preferences to generate accurate and relevant recommendations.</a:t>
            </a:r>
          </a:p>
          <a:p>
            <a:pPr>
              <a:buNone/>
            </a:pPr>
            <a:r>
              <a:rPr lang="en-US" sz="1600">
                <a:highlight>
                  <a:srgbClr val="FFFFFF"/>
                </a:highlight>
                <a:latin typeface="Aptos"/>
                <a:ea typeface="+mj-lt"/>
                <a:cs typeface="+mj-lt"/>
              </a:rPr>
              <a:t>The proposed system recommends courses based on:</a:t>
            </a:r>
            <a:endParaRPr lang="en-US" sz="1600">
              <a:latin typeface="Aptos"/>
            </a:endParaRPr>
          </a:p>
          <a:p>
            <a:r>
              <a:rPr lang="en-US" sz="1600" b="1">
                <a:highlight>
                  <a:srgbClr val="FFFFFF"/>
                </a:highlight>
                <a:latin typeface="Aptos"/>
                <a:ea typeface="+mj-lt"/>
                <a:cs typeface="+mj-lt"/>
              </a:rPr>
              <a:t>User's previous course history</a:t>
            </a:r>
            <a:r>
              <a:rPr lang="en-US" sz="1600" dirty="0">
                <a:highlight>
                  <a:srgbClr val="FFFFFF"/>
                </a:highlight>
                <a:latin typeface="Aptos"/>
                <a:ea typeface="+mj-lt"/>
                <a:cs typeface="+mj-lt"/>
              </a:rPr>
              <a:t> </a:t>
            </a:r>
            <a:endParaRPr lang="en-US" sz="1600">
              <a:latin typeface="Aptos"/>
            </a:endParaRPr>
          </a:p>
          <a:p>
            <a:r>
              <a:rPr lang="en-US" sz="1600" b="1">
                <a:highlight>
                  <a:srgbClr val="FFFFFF"/>
                </a:highlight>
                <a:latin typeface="Aptos"/>
                <a:ea typeface="+mj-lt"/>
                <a:cs typeface="+mj-lt"/>
              </a:rPr>
              <a:t>Course content and features</a:t>
            </a:r>
            <a:r>
              <a:rPr lang="en-US" sz="1600" dirty="0">
                <a:highlight>
                  <a:srgbClr val="FFFFFF"/>
                </a:highlight>
                <a:latin typeface="Aptos"/>
                <a:ea typeface="+mj-lt"/>
                <a:cs typeface="+mj-lt"/>
              </a:rPr>
              <a:t> </a:t>
            </a:r>
            <a:endParaRPr lang="en-US" sz="1600">
              <a:latin typeface="Aptos"/>
            </a:endParaRPr>
          </a:p>
          <a:p>
            <a:r>
              <a:rPr lang="en-US" sz="1600" b="1">
                <a:highlight>
                  <a:srgbClr val="FFFFFF"/>
                </a:highlight>
                <a:latin typeface="Aptos"/>
                <a:ea typeface="+mj-lt"/>
                <a:cs typeface="+mj-lt"/>
              </a:rPr>
              <a:t>User ratings and feedback</a:t>
            </a:r>
            <a:r>
              <a:rPr lang="en-US" sz="1600" dirty="0">
                <a:highlight>
                  <a:srgbClr val="FFFFFF"/>
                </a:highlight>
                <a:latin typeface="Aptos"/>
                <a:ea typeface="+mj-lt"/>
                <a:cs typeface="+mj-lt"/>
              </a:rPr>
              <a:t> </a:t>
            </a:r>
            <a:endParaRPr lang="en-US" sz="1600">
              <a:latin typeface="Aptos"/>
            </a:endParaRPr>
          </a:p>
          <a:p>
            <a:r>
              <a:rPr lang="en-US" sz="1600" b="1">
                <a:highlight>
                  <a:srgbClr val="FFFFFF"/>
                </a:highlight>
                <a:latin typeface="Aptos"/>
                <a:ea typeface="+mj-lt"/>
                <a:cs typeface="+mj-lt"/>
              </a:rPr>
              <a:t>Difficulty level</a:t>
            </a:r>
            <a:r>
              <a:rPr lang="en-US" sz="1600" dirty="0">
                <a:highlight>
                  <a:srgbClr val="FFFFFF"/>
                </a:highlight>
                <a:latin typeface="Aptos"/>
                <a:ea typeface="+mj-lt"/>
                <a:cs typeface="+mj-lt"/>
              </a:rPr>
              <a:t> </a:t>
            </a:r>
            <a:endParaRPr lang="en-US" sz="1600">
              <a:latin typeface="Aptos"/>
            </a:endParaRPr>
          </a:p>
          <a:p>
            <a:r>
              <a:rPr lang="en-US" sz="1600" b="1">
                <a:highlight>
                  <a:srgbClr val="FFFFFF"/>
                </a:highlight>
                <a:latin typeface="Aptos"/>
                <a:ea typeface="+mj-lt"/>
                <a:cs typeface="+mj-lt"/>
              </a:rPr>
              <a:t>Course price</a:t>
            </a:r>
            <a:r>
              <a:rPr lang="en-US" sz="1600" dirty="0">
                <a:highlight>
                  <a:srgbClr val="FFFFFF"/>
                </a:highlight>
                <a:latin typeface="Aptos"/>
                <a:ea typeface="+mj-lt"/>
                <a:cs typeface="+mj-lt"/>
              </a:rPr>
              <a:t> </a:t>
            </a:r>
            <a:endParaRPr lang="en-US" sz="1600">
              <a:latin typeface="Aptos"/>
            </a:endParaRPr>
          </a:p>
          <a:p>
            <a:r>
              <a:rPr lang="en-US" sz="1600" b="1">
                <a:highlight>
                  <a:srgbClr val="FFFFFF"/>
                </a:highlight>
                <a:latin typeface="Aptos"/>
                <a:ea typeface="+mj-lt"/>
                <a:cs typeface="+mj-lt"/>
              </a:rPr>
              <a:t>Certification availability</a:t>
            </a:r>
            <a:r>
              <a:rPr lang="en-US" sz="1600" dirty="0">
                <a:highlight>
                  <a:srgbClr val="FFFFFF"/>
                </a:highlight>
                <a:latin typeface="Aptos"/>
                <a:ea typeface="+mj-lt"/>
                <a:cs typeface="+mj-lt"/>
              </a:rPr>
              <a:t> </a:t>
            </a:r>
            <a:endParaRPr lang="en-US" sz="1600">
              <a:latin typeface="Aptos"/>
            </a:endParaRPr>
          </a:p>
          <a:p>
            <a:pPr indent="0">
              <a:buNone/>
            </a:pPr>
            <a:endParaRPr lang="en-US" sz="1600" dirty="0">
              <a:highlight>
                <a:srgbClr val="FFFFFF"/>
              </a:highlight>
              <a:latin typeface="Aptos"/>
              <a:ea typeface="+mj-lt"/>
              <a:cs typeface="+mj-lt"/>
            </a:endParaRPr>
          </a:p>
          <a:p>
            <a:pPr indent="0">
              <a:buNone/>
            </a:pPr>
            <a:r>
              <a:rPr lang="en-US" sz="1600">
                <a:highlight>
                  <a:srgbClr val="FFFFFF"/>
                </a:highlight>
                <a:latin typeface="Aptos"/>
                <a:ea typeface="+mj-lt"/>
                <a:cs typeface="+mj-lt"/>
              </a:rPr>
              <a:t>By providing personalized recommendations, the system helps learners discover the most relevant courses quickly, improves their learning experience, and increases engagement on online learning platforms.</a:t>
            </a:r>
            <a:endParaRPr lang="en-US" sz="1600">
              <a:latin typeface="Aptos"/>
            </a:endParaRPr>
          </a:p>
          <a:p>
            <a:pPr marL="0" indent="0">
              <a:buNone/>
            </a:pPr>
            <a:endParaRPr lang="en-US" sz="1600" dirty="0">
              <a:highlight>
                <a:srgbClr val="FFFFFF"/>
              </a:highlight>
              <a:latin typeface="Aptos"/>
            </a:endParaRPr>
          </a:p>
        </p:txBody>
      </p:sp>
      <p:graphicFrame>
        <p:nvGraphicFramePr>
          <p:cNvPr id="4" name="Table 3">
            <a:extLst>
              <a:ext uri="{FF2B5EF4-FFF2-40B4-BE49-F238E27FC236}">
                <a16:creationId xmlns:a16="http://schemas.microsoft.com/office/drawing/2014/main" id="{CDD0EDA0-FBEC-9580-5582-85EA4B1E3B33}"/>
              </a:ext>
            </a:extLst>
          </p:cNvPr>
          <p:cNvGraphicFramePr>
            <a:graphicFrameLocks noGrp="1"/>
          </p:cNvGraphicFramePr>
          <p:nvPr>
            <p:extLst>
              <p:ext uri="{D42A27DB-BD31-4B8C-83A1-F6EECF244321}">
                <p14:modId xmlns:p14="http://schemas.microsoft.com/office/powerpoint/2010/main" val="940417696"/>
              </p:ext>
            </p:extLst>
          </p:nvPr>
        </p:nvGraphicFramePr>
        <p:xfrm>
          <a:off x="5232400" y="2982685"/>
          <a:ext cx="5911103" cy="2529840"/>
        </p:xfrm>
        <a:graphic>
          <a:graphicData uri="http://schemas.openxmlformats.org/drawingml/2006/table">
            <a:tbl>
              <a:tblPr firstRow="1" bandRow="1">
                <a:tableStyleId>{5C22544A-7EE6-4342-B048-85BDC9FD1C3A}</a:tableStyleId>
              </a:tblPr>
              <a:tblGrid>
                <a:gridCol w="5911103">
                  <a:extLst>
                    <a:ext uri="{9D8B030D-6E8A-4147-A177-3AD203B41FA5}">
                      <a16:colId xmlns:a16="http://schemas.microsoft.com/office/drawing/2014/main" val="1770651691"/>
                    </a:ext>
                  </a:extLst>
                </a:gridCol>
              </a:tblGrid>
              <a:tr h="2255309">
                <a:tc>
                  <a:txBody>
                    <a:bodyPr/>
                    <a:lstStyle/>
                    <a:p>
                      <a:pPr lvl="0">
                        <a:buNone/>
                      </a:pPr>
                      <a:r>
                        <a:rPr lang="en-US" sz="1600" b="1" i="0" u="none" strike="noStrike" noProof="0">
                          <a:solidFill>
                            <a:schemeClr val="tx1"/>
                          </a:solidFill>
                          <a:latin typeface="Aptos"/>
                        </a:rPr>
                        <a:t>OBJECTIVE:</a:t>
                      </a:r>
                      <a:endParaRPr lang="en-US" sz="1600" b="1" i="0" u="none" strike="noStrike" noProof="0" dirty="0">
                        <a:solidFill>
                          <a:schemeClr val="tx1"/>
                        </a:solidFill>
                        <a:latin typeface="Aptos"/>
                      </a:endParaRPr>
                    </a:p>
                    <a:p>
                      <a:pPr lvl="0">
                        <a:buNone/>
                      </a:pPr>
                      <a:endParaRPr lang="en-US" sz="1600" b="1" i="0" u="none" strike="noStrike" noProof="0" dirty="0">
                        <a:solidFill>
                          <a:schemeClr val="tx1"/>
                        </a:solidFill>
                        <a:latin typeface="Aptos"/>
                      </a:endParaRPr>
                    </a:p>
                    <a:p>
                      <a:pPr lvl="0">
                        <a:buNone/>
                      </a:pPr>
                      <a:r>
                        <a:rPr lang="en-US" sz="1600" b="0" i="0" u="none" strike="noStrike" noProof="0" dirty="0">
                          <a:solidFill>
                            <a:srgbClr val="002060"/>
                          </a:solidFill>
                          <a:latin typeface="Aptos"/>
                        </a:rPr>
                        <a:t>"The main objective of this project is to build a hybrid course recommendation system that combines Content-Based and Collaborative Filtering techniques. The system provides personalized course recommendations based on user preferences and course features, improves recommendation accuracy, addresses the cold-start problem, evaluates performance using RMSE and MAE, and is deployed through a </a:t>
                      </a:r>
                      <a:r>
                        <a:rPr lang="en-US" sz="1600" b="0" i="0" u="none" strike="noStrike" noProof="0" dirty="0" err="1">
                          <a:solidFill>
                            <a:srgbClr val="002060"/>
                          </a:solidFill>
                          <a:latin typeface="Aptos"/>
                        </a:rPr>
                        <a:t>Streamlit</a:t>
                      </a:r>
                      <a:r>
                        <a:rPr lang="en-US" sz="1600" b="0" i="0" u="none" strike="noStrike" noProof="0" dirty="0">
                          <a:solidFill>
                            <a:srgbClr val="002060"/>
                          </a:solidFill>
                          <a:latin typeface="Aptos"/>
                        </a:rPr>
                        <a:t> web application for easy user interaction."</a:t>
                      </a:r>
                      <a:endParaRPr lang="en-US" sz="1600" dirty="0">
                        <a:latin typeface="Aptos"/>
                      </a:endParaRPr>
                    </a:p>
                  </a:txBody>
                  <a:tcPr>
                    <a:solidFill>
                      <a:schemeClr val="bg1">
                        <a:lumMod val="85000"/>
                      </a:schemeClr>
                    </a:solidFill>
                  </a:tcPr>
                </a:tc>
                <a:extLst>
                  <a:ext uri="{0D108BD9-81ED-4DB2-BD59-A6C34878D82A}">
                    <a16:rowId xmlns:a16="http://schemas.microsoft.com/office/drawing/2014/main" val="2739304847"/>
                  </a:ext>
                </a:extLst>
              </a:tr>
            </a:tbl>
          </a:graphicData>
        </a:graphic>
      </p:graphicFrame>
    </p:spTree>
    <p:extLst>
      <p:ext uri="{BB962C8B-B14F-4D97-AF65-F5344CB8AC3E}">
        <p14:creationId xmlns:p14="http://schemas.microsoft.com/office/powerpoint/2010/main" val="177890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0F3CD-7186-E300-D947-90CBF1DADC64}"/>
              </a:ext>
            </a:extLst>
          </p:cNvPr>
          <p:cNvSpPr>
            <a:spLocks noGrp="1"/>
          </p:cNvSpPr>
          <p:nvPr>
            <p:ph type="title"/>
          </p:nvPr>
        </p:nvSpPr>
        <p:spPr/>
        <p:txBody>
          <a:bodyPr/>
          <a:lstStyle/>
          <a:p>
            <a:r>
              <a:rPr lang="en-US">
                <a:highlight>
                  <a:srgbClr val="C0C0C0"/>
                </a:highlight>
              </a:rPr>
              <a:t>METHODOLOGY OVERVIEW</a:t>
            </a:r>
          </a:p>
        </p:txBody>
      </p:sp>
      <p:sp>
        <p:nvSpPr>
          <p:cNvPr id="4" name="Text Placeholder 3">
            <a:extLst>
              <a:ext uri="{FF2B5EF4-FFF2-40B4-BE49-F238E27FC236}">
                <a16:creationId xmlns:a16="http://schemas.microsoft.com/office/drawing/2014/main" id="{0F070171-CDF9-D538-1AB9-6060BDF4B097}"/>
              </a:ext>
            </a:extLst>
          </p:cNvPr>
          <p:cNvSpPr>
            <a:spLocks noGrp="1"/>
          </p:cNvSpPr>
          <p:nvPr>
            <p:ph type="body" idx="1"/>
          </p:nvPr>
        </p:nvSpPr>
        <p:spPr/>
        <p:txBody>
          <a:bodyPr/>
          <a:lstStyle/>
          <a:p>
            <a:r>
              <a:rPr lang="en-US">
                <a:highlight>
                  <a:srgbClr val="C0C0C0"/>
                </a:highlight>
                <a:latin typeface="Aptos"/>
              </a:rPr>
              <a:t>PROJECT  WORKFLOW</a:t>
            </a:r>
          </a:p>
        </p:txBody>
      </p:sp>
      <p:graphicFrame>
        <p:nvGraphicFramePr>
          <p:cNvPr id="12" name="Content Placeholder 2">
            <a:extLst>
              <a:ext uri="{FF2B5EF4-FFF2-40B4-BE49-F238E27FC236}">
                <a16:creationId xmlns:a16="http://schemas.microsoft.com/office/drawing/2014/main" id="{5A5A2D58-6C6B-F1A6-4143-5F60F853117B}"/>
              </a:ext>
            </a:extLst>
          </p:cNvPr>
          <p:cNvGraphicFramePr>
            <a:graphicFrameLocks noGrp="1"/>
          </p:cNvGraphicFramePr>
          <p:nvPr>
            <p:ph sz="half" idx="2"/>
          </p:nvPr>
        </p:nvGraphicFramePr>
        <p:xfrm>
          <a:off x="839788" y="2505075"/>
          <a:ext cx="5157787" cy="36845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Placeholder 4">
            <a:extLst>
              <a:ext uri="{FF2B5EF4-FFF2-40B4-BE49-F238E27FC236}">
                <a16:creationId xmlns:a16="http://schemas.microsoft.com/office/drawing/2014/main" id="{BCDA8585-9091-00C5-3BF7-5EF177F705B5}"/>
              </a:ext>
            </a:extLst>
          </p:cNvPr>
          <p:cNvSpPr>
            <a:spLocks noGrp="1"/>
          </p:cNvSpPr>
          <p:nvPr>
            <p:ph type="body" sz="quarter" idx="3"/>
          </p:nvPr>
        </p:nvSpPr>
        <p:spPr/>
        <p:txBody>
          <a:bodyPr/>
          <a:lstStyle/>
          <a:p>
            <a:r>
              <a:rPr lang="en-US">
                <a:highlight>
                  <a:srgbClr val="C0C0C0"/>
                </a:highlight>
                <a:latin typeface="Aptos"/>
              </a:rPr>
              <a:t>TOOLS &amp; TECHNOLOGIES</a:t>
            </a:r>
          </a:p>
        </p:txBody>
      </p:sp>
      <p:sp>
        <p:nvSpPr>
          <p:cNvPr id="6" name="Content Placeholder 5">
            <a:extLst>
              <a:ext uri="{FF2B5EF4-FFF2-40B4-BE49-F238E27FC236}">
                <a16:creationId xmlns:a16="http://schemas.microsoft.com/office/drawing/2014/main" id="{D244E56B-9201-0DFF-7EA1-B5E93BF77394}"/>
              </a:ext>
            </a:extLst>
          </p:cNvPr>
          <p:cNvSpPr>
            <a:spLocks noGrp="1"/>
          </p:cNvSpPr>
          <p:nvPr>
            <p:ph sz="quarter" idx="4"/>
          </p:nvPr>
        </p:nvSpPr>
        <p:spPr/>
        <p:txBody>
          <a:bodyPr vert="horz" lIns="91440" tIns="45720" rIns="91440" bIns="45720" rtlCol="0" anchor="t">
            <a:normAutofit lnSpcReduction="10000"/>
          </a:bodyPr>
          <a:lstStyle/>
          <a:p>
            <a:endParaRPr lang="en-US"/>
          </a:p>
          <a:p>
            <a:r>
              <a:rPr lang="en-US" dirty="0">
                <a:latin typeface="Aptos"/>
              </a:rPr>
              <a:t>Pyt</a:t>
            </a:r>
            <a:r>
              <a:rPr lang="en-US">
                <a:latin typeface="Aptos"/>
              </a:rPr>
              <a:t>hon</a:t>
            </a:r>
            <a:endParaRPr lang="en-US" dirty="0">
              <a:latin typeface="Aptos"/>
            </a:endParaRPr>
          </a:p>
          <a:p>
            <a:r>
              <a:rPr lang="en-US">
                <a:latin typeface="Aptos"/>
              </a:rPr>
              <a:t>Pandas</a:t>
            </a:r>
            <a:endParaRPr lang="en-US" dirty="0">
              <a:latin typeface="Aptos"/>
            </a:endParaRPr>
          </a:p>
          <a:p>
            <a:r>
              <a:rPr lang="en-US">
                <a:latin typeface="Aptos"/>
              </a:rPr>
              <a:t>NumPy</a:t>
            </a:r>
            <a:endParaRPr lang="en-US" dirty="0">
              <a:latin typeface="Aptos"/>
            </a:endParaRPr>
          </a:p>
          <a:p>
            <a:r>
              <a:rPr lang="en-US">
                <a:latin typeface="Aptos"/>
              </a:rPr>
              <a:t>Scikit –learn</a:t>
            </a:r>
            <a:endParaRPr lang="en-US" dirty="0">
              <a:latin typeface="Aptos"/>
            </a:endParaRPr>
          </a:p>
          <a:p>
            <a:r>
              <a:rPr lang="en-US">
                <a:latin typeface="Aptos"/>
              </a:rPr>
              <a:t>Matplotlib/Seaborn</a:t>
            </a:r>
            <a:endParaRPr lang="en-US" dirty="0">
              <a:latin typeface="Aptos"/>
            </a:endParaRPr>
          </a:p>
          <a:p>
            <a:r>
              <a:rPr lang="en-US">
                <a:latin typeface="Aptos"/>
              </a:rPr>
              <a:t>Surprise</a:t>
            </a:r>
            <a:endParaRPr lang="en-US" dirty="0">
              <a:latin typeface="Aptos"/>
            </a:endParaRPr>
          </a:p>
          <a:p>
            <a:r>
              <a:rPr lang="en-US" dirty="0" err="1">
                <a:latin typeface="Aptos"/>
              </a:rPr>
              <a:t>Streamlit</a:t>
            </a:r>
          </a:p>
          <a:p>
            <a:endParaRPr lang="en-US" dirty="0">
              <a:latin typeface="Aptos"/>
            </a:endParaRPr>
          </a:p>
        </p:txBody>
      </p:sp>
    </p:spTree>
    <p:extLst>
      <p:ext uri="{BB962C8B-B14F-4D97-AF65-F5344CB8AC3E}">
        <p14:creationId xmlns:p14="http://schemas.microsoft.com/office/powerpoint/2010/main" val="451157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C1CA7196-CAF1-4234-8849-E335F0BCA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8A7C3535-4FB5-4E5B-BDFE-FA61877AF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67600" y="0"/>
            <a:ext cx="4724400" cy="6858000"/>
          </a:xfrm>
          <a:prstGeom prst="rect">
            <a:avLst/>
          </a:prstGeom>
          <a:solidFill>
            <a:schemeClr val="tx2">
              <a:lumMod val="75000"/>
              <a:lumOff val="25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F478F0-E122-9BAD-70F5-84E4F0DDF24A}"/>
              </a:ext>
            </a:extLst>
          </p:cNvPr>
          <p:cNvSpPr>
            <a:spLocks noGrp="1"/>
          </p:cNvSpPr>
          <p:nvPr>
            <p:ph type="title"/>
          </p:nvPr>
        </p:nvSpPr>
        <p:spPr>
          <a:xfrm>
            <a:off x="8128028" y="239150"/>
            <a:ext cx="3390899" cy="1303606"/>
          </a:xfrm>
        </p:spPr>
        <p:txBody>
          <a:bodyPr vert="horz" lIns="91440" tIns="45720" rIns="91440" bIns="45720" rtlCol="0" anchor="b">
            <a:normAutofit/>
          </a:bodyPr>
          <a:lstStyle/>
          <a:p>
            <a:pPr algn="ctr"/>
            <a:r>
              <a:rPr lang="en-US" kern="1200" cap="all" spc="300" baseline="0" dirty="0">
                <a:solidFill>
                  <a:schemeClr val="tx2"/>
                </a:solidFill>
                <a:highlight>
                  <a:srgbClr val="C0C0C0"/>
                </a:highlight>
                <a:latin typeface="+mj-lt"/>
                <a:ea typeface="+mj-ea"/>
                <a:cs typeface="+mj-cs"/>
              </a:rPr>
              <a:t>DATA cOLLECTION</a:t>
            </a:r>
          </a:p>
        </p:txBody>
      </p:sp>
      <p:pic>
        <p:nvPicPr>
          <p:cNvPr id="14" name="Picture Placeholder 13" descr="A screen shot of a computer&#10;&#10;AI-generated content may be incorrect.">
            <a:extLst>
              <a:ext uri="{FF2B5EF4-FFF2-40B4-BE49-F238E27FC236}">
                <a16:creationId xmlns:a16="http://schemas.microsoft.com/office/drawing/2014/main" id="{2B765169-D77F-52CC-587F-45F8155AC9E0}"/>
              </a:ext>
            </a:extLst>
          </p:cNvPr>
          <p:cNvPicPr>
            <a:picLocks noGrp="1" noChangeAspect="1"/>
          </p:cNvPicPr>
          <p:nvPr>
            <p:ph type="pic" idx="1"/>
          </p:nvPr>
        </p:nvPicPr>
        <p:blipFill>
          <a:blip r:embed="rId2"/>
          <a:srcRect l="16376" t="21748" r="16669" b="-184"/>
          <a:stretch>
            <a:fillRect/>
          </a:stretch>
        </p:blipFill>
        <p:spPr>
          <a:xfrm>
            <a:off x="204518" y="439057"/>
            <a:ext cx="7068456" cy="5675086"/>
          </a:xfrm>
          <a:prstGeom prst="rect">
            <a:avLst/>
          </a:prstGeom>
        </p:spPr>
      </p:pic>
      <p:sp>
        <p:nvSpPr>
          <p:cNvPr id="3" name="Text Placeholder 2">
            <a:extLst>
              <a:ext uri="{FF2B5EF4-FFF2-40B4-BE49-F238E27FC236}">
                <a16:creationId xmlns:a16="http://schemas.microsoft.com/office/drawing/2014/main" id="{4B744800-EC74-3EF0-F7FA-963459C5EA7A}"/>
              </a:ext>
            </a:extLst>
          </p:cNvPr>
          <p:cNvSpPr>
            <a:spLocks noGrp="1"/>
          </p:cNvSpPr>
          <p:nvPr>
            <p:ph type="body" sz="half" idx="2"/>
          </p:nvPr>
        </p:nvSpPr>
        <p:spPr>
          <a:xfrm>
            <a:off x="8115301" y="1814732"/>
            <a:ext cx="3390899" cy="4501662"/>
          </a:xfrm>
        </p:spPr>
        <p:txBody>
          <a:bodyPr vert="horz" lIns="91440" tIns="45720" rIns="91440" bIns="45720" rtlCol="0">
            <a:normAutofit/>
          </a:bodyPr>
          <a:lstStyle/>
          <a:p>
            <a:pPr indent="-228600">
              <a:lnSpc>
                <a:spcPct val="90000"/>
              </a:lnSpc>
              <a:buFont typeface="Arial" panose="020B0604020202020204" pitchFamily="34" charset="0"/>
              <a:buChar char="•"/>
            </a:pPr>
            <a:r>
              <a:rPr lang="en-US" sz="1200" dirty="0"/>
              <a:t>Df=pd.read_excel("online_course_recommendation_V2.xlsx")</a:t>
            </a:r>
          </a:p>
          <a:p>
            <a:pPr indent="-228600">
              <a:lnSpc>
                <a:spcPct val="90000"/>
              </a:lnSpc>
              <a:buFont typeface="Arial" panose="020B0604020202020204" pitchFamily="34" charset="0"/>
              <a:buChar char="•"/>
            </a:pPr>
            <a:r>
              <a:rPr lang="en-US" sz="1200" dirty="0"/>
              <a:t># Display first nine records</a:t>
            </a:r>
          </a:p>
          <a:p>
            <a:pPr indent="-228600">
              <a:lnSpc>
                <a:spcPct val="90000"/>
              </a:lnSpc>
              <a:buFont typeface="Arial" panose="020B0604020202020204" pitchFamily="34" charset="0"/>
              <a:buChar char="•"/>
            </a:pPr>
            <a:r>
              <a:rPr lang="en-US" sz="1200" dirty="0"/>
              <a:t>df.head(9)</a:t>
            </a:r>
          </a:p>
          <a:p>
            <a:pPr indent="-228600">
              <a:lnSpc>
                <a:spcPct val="90000"/>
              </a:lnSpc>
              <a:buFont typeface="Arial" panose="020B0604020202020204" pitchFamily="34" charset="0"/>
              <a:buChar char="•"/>
            </a:pPr>
            <a:endParaRPr lang="en-US" sz="1200" dirty="0"/>
          </a:p>
          <a:p>
            <a:pPr indent="-228600">
              <a:lnSpc>
                <a:spcPct val="90000"/>
              </a:lnSpc>
              <a:buFont typeface="Arial" panose="020B0604020202020204" pitchFamily="34" charset="0"/>
              <a:buChar char="•"/>
            </a:pPr>
            <a:r>
              <a:rPr lang="en-US" sz="1200" dirty="0"/>
              <a:t>#dataset Shape</a:t>
            </a:r>
          </a:p>
          <a:p>
            <a:pPr indent="-228600">
              <a:lnSpc>
                <a:spcPct val="90000"/>
              </a:lnSpc>
              <a:buFont typeface="Arial" panose="020B0604020202020204" pitchFamily="34" charset="0"/>
              <a:buChar char="•"/>
            </a:pPr>
            <a:r>
              <a:rPr lang="en-US" sz="1200" dirty="0"/>
              <a:t>print("Rows :", df.shape[0])</a:t>
            </a:r>
          </a:p>
          <a:p>
            <a:pPr indent="-228600">
              <a:lnSpc>
                <a:spcPct val="90000"/>
              </a:lnSpc>
              <a:buFont typeface="Arial" panose="020B0604020202020204" pitchFamily="34" charset="0"/>
              <a:buChar char="•"/>
            </a:pPr>
            <a:r>
              <a:rPr lang="en-US" sz="1200" dirty="0"/>
              <a:t>print("Columns :", df.shape[1])</a:t>
            </a:r>
          </a:p>
          <a:p>
            <a:pPr indent="-228600">
              <a:lnSpc>
                <a:spcPct val="90000"/>
              </a:lnSpc>
              <a:buFont typeface="Arial" panose="020B0604020202020204" pitchFamily="34" charset="0"/>
              <a:buChar char="•"/>
            </a:pPr>
            <a:endParaRPr lang="en-US" sz="1200" dirty="0"/>
          </a:p>
          <a:p>
            <a:pPr indent="-228600">
              <a:lnSpc>
                <a:spcPct val="90000"/>
              </a:lnSpc>
              <a:buFont typeface="Arial" panose="020B0604020202020204" pitchFamily="34" charset="0"/>
              <a:buChar char="•"/>
            </a:pPr>
            <a:r>
              <a:rPr lang="en-US" sz="1200" dirty="0"/>
              <a:t>Output:</a:t>
            </a:r>
          </a:p>
          <a:p>
            <a:pPr indent="-228600">
              <a:lnSpc>
                <a:spcPct val="90000"/>
              </a:lnSpc>
              <a:buFont typeface="Arial" panose="020B0604020202020204" pitchFamily="34" charset="0"/>
              <a:buChar char="•"/>
            </a:pPr>
            <a:r>
              <a:rPr lang="en-US" sz="1200" dirty="0"/>
              <a:t>   </a:t>
            </a:r>
            <a:r>
              <a:rPr lang="en-US" sz="1200" dirty="0">
                <a:highlight>
                  <a:srgbClr val="FFFFFF"/>
                </a:highlight>
              </a:rPr>
              <a:t>Rows : 100000
Columns : 14
</a:t>
            </a:r>
            <a:endParaRPr lang="en-US" sz="1200" dirty="0"/>
          </a:p>
          <a:p>
            <a:pPr indent="-228600">
              <a:lnSpc>
                <a:spcPct val="90000"/>
              </a:lnSpc>
              <a:buFont typeface="Arial" panose="020B0604020202020204" pitchFamily="34" charset="0"/>
              <a:buChar char="•"/>
            </a:pPr>
            <a:br>
              <a:rPr lang="en-US" sz="1200" dirty="0"/>
            </a:br>
            <a:br>
              <a:rPr lang="en-US" sz="1200" dirty="0"/>
            </a:br>
            <a:endParaRPr lang="en-US" sz="1200" dirty="0"/>
          </a:p>
        </p:txBody>
      </p:sp>
    </p:spTree>
    <p:extLst>
      <p:ext uri="{BB962C8B-B14F-4D97-AF65-F5344CB8AC3E}">
        <p14:creationId xmlns:p14="http://schemas.microsoft.com/office/powerpoint/2010/main" val="2818151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s">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D40169-5747-00F8-5F60-8CBB3D284349}"/>
              </a:ext>
            </a:extLst>
          </p:cNvPr>
          <p:cNvSpPr>
            <a:spLocks noGrp="1"/>
          </p:cNvSpPr>
          <p:nvPr>
            <p:ph type="title"/>
          </p:nvPr>
        </p:nvSpPr>
        <p:spPr>
          <a:xfrm>
            <a:off x="1371599" y="1010097"/>
            <a:ext cx="9486901" cy="1010088"/>
          </a:xfrm>
        </p:spPr>
        <p:txBody>
          <a:bodyPr vert="horz" lIns="91440" tIns="45720" rIns="91440" bIns="45720" rtlCol="0" anchor="b">
            <a:normAutofit/>
          </a:bodyPr>
          <a:lstStyle/>
          <a:p>
            <a:pPr algn="ctr"/>
            <a:r>
              <a:rPr lang="en-US" cap="all" spc="300">
                <a:highlight>
                  <a:srgbClr val="C0C0C0"/>
                </a:highlight>
              </a:rPr>
              <a:t>Data cleaning</a:t>
            </a:r>
          </a:p>
        </p:txBody>
      </p:sp>
      <p:sp>
        <p:nvSpPr>
          <p:cNvPr id="4" name="Text Placeholder 3">
            <a:extLst>
              <a:ext uri="{FF2B5EF4-FFF2-40B4-BE49-F238E27FC236}">
                <a16:creationId xmlns:a16="http://schemas.microsoft.com/office/drawing/2014/main" id="{52970A65-61FD-AEBA-5727-80E1049EF7A1}"/>
              </a:ext>
            </a:extLst>
          </p:cNvPr>
          <p:cNvSpPr>
            <a:spLocks noGrp="1"/>
          </p:cNvSpPr>
          <p:nvPr>
            <p:ph type="body" sz="half" idx="2"/>
          </p:nvPr>
        </p:nvSpPr>
        <p:spPr>
          <a:xfrm>
            <a:off x="834572" y="2220771"/>
            <a:ext cx="6017986" cy="3199557"/>
          </a:xfrm>
          <a:solidFill>
            <a:schemeClr val="bg1">
              <a:lumMod val="85000"/>
            </a:schemeClr>
          </a:solidFill>
        </p:spPr>
        <p:txBody>
          <a:bodyPr vert="horz" lIns="91440" tIns="45720" rIns="91440" bIns="45720" rtlCol="0" anchor="t">
            <a:normAutofit fontScale="92500" lnSpcReduction="20000"/>
          </a:bodyPr>
          <a:lstStyle/>
          <a:p>
            <a:r>
              <a:rPr lang="en-US" dirty="0" err="1">
                <a:highlight>
                  <a:srgbClr val="C0C0C0"/>
                </a:highlight>
                <a:latin typeface="Aptos"/>
                <a:ea typeface="+mj-lt"/>
                <a:cs typeface="+mj-lt"/>
              </a:rPr>
              <a:t>plt.figure</a:t>
            </a:r>
            <a:r>
              <a:rPr lang="en-US" dirty="0">
                <a:highlight>
                  <a:srgbClr val="C0C0C0"/>
                </a:highlight>
                <a:latin typeface="Aptos"/>
                <a:ea typeface="+mj-lt"/>
                <a:cs typeface="+mj-lt"/>
              </a:rPr>
              <a:t>(</a:t>
            </a:r>
            <a:r>
              <a:rPr lang="en-US" dirty="0" err="1">
                <a:highlight>
                  <a:srgbClr val="C0C0C0"/>
                </a:highlight>
                <a:latin typeface="Aptos"/>
                <a:ea typeface="+mj-lt"/>
                <a:cs typeface="+mj-lt"/>
              </a:rPr>
              <a:t>figsize</a:t>
            </a:r>
            <a:r>
              <a:rPr lang="en-US" dirty="0">
                <a:highlight>
                  <a:srgbClr val="C0C0C0"/>
                </a:highlight>
                <a:latin typeface="Aptos"/>
                <a:ea typeface="+mj-lt"/>
                <a:cs typeface="+mj-lt"/>
              </a:rPr>
              <a:t>=(8,4))</a:t>
            </a:r>
            <a:endParaRPr lang="en-US" dirty="0">
              <a:highlight>
                <a:srgbClr val="C0C0C0"/>
              </a:highlight>
              <a:latin typeface="Aptos"/>
            </a:endParaRPr>
          </a:p>
          <a:p>
            <a:r>
              <a:rPr lang="en-US" dirty="0" err="1">
                <a:highlight>
                  <a:srgbClr val="C0C0C0"/>
                </a:highlight>
                <a:latin typeface="Aptos"/>
                <a:ea typeface="+mj-lt"/>
                <a:cs typeface="+mj-lt"/>
              </a:rPr>
              <a:t>sns.heatmap</a:t>
            </a:r>
            <a:r>
              <a:rPr lang="en-US" dirty="0">
                <a:highlight>
                  <a:srgbClr val="C0C0C0"/>
                </a:highlight>
                <a:latin typeface="Aptos"/>
                <a:ea typeface="+mj-lt"/>
                <a:cs typeface="+mj-lt"/>
              </a:rPr>
              <a:t>(</a:t>
            </a:r>
            <a:r>
              <a:rPr lang="en-US" dirty="0" err="1">
                <a:highlight>
                  <a:srgbClr val="C0C0C0"/>
                </a:highlight>
                <a:latin typeface="Aptos"/>
                <a:ea typeface="+mj-lt"/>
                <a:cs typeface="+mj-lt"/>
              </a:rPr>
              <a:t>df.isnull</a:t>
            </a:r>
            <a:r>
              <a:rPr lang="en-US" dirty="0">
                <a:highlight>
                  <a:srgbClr val="C0C0C0"/>
                </a:highlight>
                <a:latin typeface="Aptos"/>
                <a:ea typeface="+mj-lt"/>
                <a:cs typeface="+mj-lt"/>
              </a:rPr>
              <a:t>(),</a:t>
            </a:r>
          </a:p>
          <a:p>
            <a:r>
              <a:rPr lang="en-US">
                <a:highlight>
                  <a:srgbClr val="C0C0C0"/>
                </a:highlight>
                <a:latin typeface="Aptos"/>
                <a:ea typeface="+mj-lt"/>
                <a:cs typeface="+mj-lt"/>
              </a:rPr>
              <a:t>cbar=False,</a:t>
            </a:r>
            <a:endParaRPr lang="en-US">
              <a:highlight>
                <a:srgbClr val="C0C0C0"/>
              </a:highlight>
              <a:latin typeface="Aptos"/>
            </a:endParaRPr>
          </a:p>
          <a:p>
            <a:r>
              <a:rPr lang="en-US" dirty="0">
                <a:highlight>
                  <a:srgbClr val="C0C0C0"/>
                </a:highlight>
                <a:latin typeface="Aptos"/>
                <a:ea typeface="+mj-lt"/>
                <a:cs typeface="+mj-lt"/>
              </a:rPr>
              <a:t> </a:t>
            </a:r>
            <a:r>
              <a:rPr lang="en-US" dirty="0" err="1">
                <a:highlight>
                  <a:srgbClr val="C0C0C0"/>
                </a:highlight>
                <a:latin typeface="Aptos"/>
                <a:ea typeface="+mj-lt"/>
                <a:cs typeface="+mj-lt"/>
              </a:rPr>
              <a:t>yticklabels</a:t>
            </a:r>
            <a:r>
              <a:rPr lang="en-US" dirty="0">
                <a:highlight>
                  <a:srgbClr val="C0C0C0"/>
                </a:highlight>
                <a:latin typeface="Aptos"/>
                <a:ea typeface="+mj-lt"/>
                <a:cs typeface="+mj-lt"/>
              </a:rPr>
              <a:t>=False)</a:t>
            </a:r>
            <a:endParaRPr lang="en-US">
              <a:highlight>
                <a:srgbClr val="C0C0C0"/>
              </a:highlight>
              <a:latin typeface="Aptos"/>
            </a:endParaRPr>
          </a:p>
          <a:p>
            <a:r>
              <a:rPr lang="en-US" dirty="0" err="1">
                <a:highlight>
                  <a:srgbClr val="C0C0C0"/>
                </a:highlight>
                <a:latin typeface="Aptos"/>
                <a:ea typeface="+mj-lt"/>
                <a:cs typeface="+mj-lt"/>
              </a:rPr>
              <a:t>plt.title</a:t>
            </a:r>
            <a:r>
              <a:rPr lang="en-US" dirty="0">
                <a:highlight>
                  <a:srgbClr val="C0C0C0"/>
                </a:highlight>
                <a:latin typeface="Aptos"/>
                <a:ea typeface="+mj-lt"/>
                <a:cs typeface="+mj-lt"/>
              </a:rPr>
              <a:t>("Missing Value Heatmap")</a:t>
            </a:r>
            <a:endParaRPr lang="en-US" dirty="0">
              <a:highlight>
                <a:srgbClr val="C0C0C0"/>
              </a:highlight>
              <a:latin typeface="Aptos"/>
            </a:endParaRPr>
          </a:p>
          <a:p>
            <a:r>
              <a:rPr lang="en-US" dirty="0" err="1">
                <a:highlight>
                  <a:srgbClr val="C0C0C0"/>
                </a:highlight>
                <a:latin typeface="Aptos"/>
                <a:ea typeface="+mj-lt"/>
                <a:cs typeface="+mj-lt"/>
              </a:rPr>
              <a:t>plt.show</a:t>
            </a:r>
            <a:r>
              <a:rPr lang="en-US" dirty="0">
                <a:highlight>
                  <a:srgbClr val="C0C0C0"/>
                </a:highlight>
                <a:latin typeface="Aptos"/>
                <a:ea typeface="+mj-lt"/>
                <a:cs typeface="+mj-lt"/>
              </a:rPr>
              <a:t>()</a:t>
            </a:r>
          </a:p>
          <a:p>
            <a:endParaRPr lang="en-US" dirty="0">
              <a:highlight>
                <a:srgbClr val="C0C0C0"/>
              </a:highlight>
              <a:latin typeface="Aptos"/>
            </a:endParaRPr>
          </a:p>
          <a:p>
            <a:r>
              <a:rPr lang="en-US">
                <a:highlight>
                  <a:srgbClr val="C0C0C0"/>
                </a:highlight>
                <a:latin typeface="Aptos"/>
              </a:rPr>
              <a:t>Output:</a:t>
            </a:r>
            <a:endParaRPr lang="en-US" dirty="0">
              <a:highlight>
                <a:srgbClr val="C0C0C0"/>
              </a:highlight>
              <a:latin typeface="Aptos"/>
            </a:endParaRPr>
          </a:p>
          <a:p>
            <a:endParaRPr lang="en-US" dirty="0">
              <a:highlight>
                <a:srgbClr val="C0C0C0"/>
              </a:highlight>
              <a:latin typeface="Aptos"/>
            </a:endParaRPr>
          </a:p>
          <a:p>
            <a:r>
              <a:rPr lang="en-US">
                <a:highlight>
                  <a:srgbClr val="C0C0C0"/>
                </a:highlight>
                <a:latin typeface="Aptos"/>
              </a:rPr>
              <a:t>Here we can see no null values</a:t>
            </a:r>
            <a:endParaRPr lang="en-US" dirty="0">
              <a:highlight>
                <a:srgbClr val="C0C0C0"/>
              </a:highlight>
              <a:latin typeface="Aptos"/>
            </a:endParaRPr>
          </a:p>
          <a:p>
            <a:endParaRPr lang="en-US" dirty="0">
              <a:highlight>
                <a:srgbClr val="C0C0C0"/>
              </a:highlight>
              <a:latin typeface="Aptos"/>
            </a:endParaRPr>
          </a:p>
        </p:txBody>
      </p:sp>
      <p:pic>
        <p:nvPicPr>
          <p:cNvPr id="3" name="Picture 2" descr="A screenshot of a computer&#10;&#10;AI-generated content may be incorrect.">
            <a:extLst>
              <a:ext uri="{FF2B5EF4-FFF2-40B4-BE49-F238E27FC236}">
                <a16:creationId xmlns:a16="http://schemas.microsoft.com/office/drawing/2014/main" id="{384BD37B-01D5-EBDE-F3F6-A54835D09553}"/>
              </a:ext>
            </a:extLst>
          </p:cNvPr>
          <p:cNvPicPr>
            <a:picLocks noChangeAspect="1"/>
          </p:cNvPicPr>
          <p:nvPr/>
        </p:nvPicPr>
        <p:blipFill>
          <a:blip r:embed="rId2"/>
          <a:srcRect l="16394" t="33540" r="42655" b="5778"/>
          <a:stretch>
            <a:fillRect/>
          </a:stretch>
        </p:blipFill>
        <p:spPr>
          <a:xfrm>
            <a:off x="6480296" y="2399536"/>
            <a:ext cx="4913304" cy="346953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A6129CB0-B3A3-6839-00C2-12585D9FCA2A}"/>
              </a:ext>
            </a:extLst>
          </p:cNvPr>
          <p:cNvPicPr>
            <a:picLocks noChangeAspect="1"/>
          </p:cNvPicPr>
          <p:nvPr/>
        </p:nvPicPr>
        <p:blipFill>
          <a:blip r:embed="rId3"/>
          <a:srcRect l="15422" t="40583" r="66468" b="22758"/>
          <a:stretch>
            <a:fillRect/>
          </a:stretch>
        </p:blipFill>
        <p:spPr>
          <a:xfrm>
            <a:off x="3845761" y="2396671"/>
            <a:ext cx="2679720" cy="3426710"/>
          </a:xfrm>
          <a:prstGeom prst="rect">
            <a:avLst/>
          </a:prstGeom>
        </p:spPr>
      </p:pic>
    </p:spTree>
    <p:extLst>
      <p:ext uri="{BB962C8B-B14F-4D97-AF65-F5344CB8AC3E}">
        <p14:creationId xmlns:p14="http://schemas.microsoft.com/office/powerpoint/2010/main" val="21589260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42A7ECF-B0ED-F26C-0E7C-4AE972BC70F7}"/>
              </a:ext>
            </a:extLst>
          </p:cNvPr>
          <p:cNvSpPr>
            <a:spLocks noGrp="1"/>
          </p:cNvSpPr>
          <p:nvPr>
            <p:ph type="body" sz="half" idx="2"/>
          </p:nvPr>
        </p:nvSpPr>
        <p:spPr>
          <a:xfrm>
            <a:off x="1371600" y="1074143"/>
            <a:ext cx="9726386" cy="5115441"/>
          </a:xfrm>
        </p:spPr>
        <p:txBody>
          <a:bodyPr vert="horz" lIns="91440" tIns="45720" rIns="91440" bIns="45720" rtlCol="0" anchor="t">
            <a:normAutofit/>
          </a:bodyPr>
          <a:lstStyle/>
          <a:p>
            <a:r>
              <a:rPr lang="en-US" sz="2400" u="sng">
                <a:latin typeface="Aptos"/>
              </a:rPr>
              <a:t>Checking duplicates </a:t>
            </a:r>
            <a:r>
              <a:rPr lang="en-US" sz="2400" dirty="0">
                <a:latin typeface="Aptos"/>
              </a:rPr>
              <a:t>                             </a:t>
            </a:r>
            <a:endParaRPr lang="en-US" dirty="0"/>
          </a:p>
          <a:p>
            <a:r>
              <a:rPr lang="en-US" sz="2400">
                <a:latin typeface="Aptos"/>
              </a:rPr>
              <a:t>                                                                                                            </a:t>
            </a:r>
            <a:endParaRPr lang="en-US" sz="2000">
              <a:highlight>
                <a:srgbClr val="C0C0C0"/>
              </a:highlight>
              <a:latin typeface="Aptos"/>
            </a:endParaRPr>
          </a:p>
          <a:p>
            <a:r>
              <a:rPr lang="en-US" sz="2000" dirty="0">
                <a:latin typeface="Aptos"/>
              </a:rPr>
              <a:t>                                                                            </a:t>
            </a:r>
            <a:r>
              <a:rPr lang="en-US" sz="2000" u="sng" dirty="0">
                <a:latin typeface="Aptos"/>
              </a:rPr>
              <a:t>Unique Cou</a:t>
            </a:r>
            <a:r>
              <a:rPr lang="en-US" sz="2000" u="sng">
                <a:latin typeface="Aptos"/>
              </a:rPr>
              <a:t>rse Names:</a:t>
            </a:r>
            <a:endParaRPr lang="en-US" sz="2000" u="sng" dirty="0">
              <a:latin typeface="Aptos"/>
            </a:endParaRPr>
          </a:p>
          <a:p>
            <a:r>
              <a:rPr lang="en-US" sz="2000" dirty="0">
                <a:latin typeface="Aptos"/>
              </a:rPr>
              <a:t>                                                                                    </a:t>
            </a:r>
            <a:r>
              <a:rPr lang="en-US" sz="1800" dirty="0">
                <a:latin typeface="Aptos"/>
              </a:rPr>
              <a:t> The below code shows 20 uniq</a:t>
            </a:r>
            <a:r>
              <a:rPr lang="en-US" sz="1800">
                <a:latin typeface="Aptos"/>
              </a:rPr>
              <a:t>ue course names</a:t>
            </a:r>
          </a:p>
          <a:p>
            <a:endParaRPr lang="en-US" sz="1800" dirty="0">
              <a:latin typeface="Aptos"/>
            </a:endParaRPr>
          </a:p>
          <a:p>
            <a:endParaRPr lang="en-US" sz="1800" dirty="0">
              <a:latin typeface="Aptos"/>
            </a:endParaRPr>
          </a:p>
          <a:p>
            <a:r>
              <a:rPr lang="en-US" sz="1800">
                <a:latin typeface="Aptos"/>
              </a:rPr>
              <a:t>The above code describe :</a:t>
            </a:r>
          </a:p>
          <a:p>
            <a:r>
              <a:rPr lang="en-US" sz="1800">
                <a:latin typeface="Aptos"/>
              </a:rPr>
              <a:t>Zero(0) Duplicate records</a:t>
            </a:r>
            <a:endParaRPr lang="en-US" sz="1800" dirty="0">
              <a:latin typeface="Aptos"/>
            </a:endParaRPr>
          </a:p>
        </p:txBody>
      </p:sp>
      <p:pic>
        <p:nvPicPr>
          <p:cNvPr id="3" name="Picture 2" descr="A screen shot of a computer code&#10;&#10;AI-generated content may be incorrect.">
            <a:extLst>
              <a:ext uri="{FF2B5EF4-FFF2-40B4-BE49-F238E27FC236}">
                <a16:creationId xmlns:a16="http://schemas.microsoft.com/office/drawing/2014/main" id="{9C9599C0-ADC1-31E0-3011-E4021235F0E6}"/>
              </a:ext>
            </a:extLst>
          </p:cNvPr>
          <p:cNvPicPr>
            <a:picLocks noChangeAspect="1"/>
          </p:cNvPicPr>
          <p:nvPr/>
        </p:nvPicPr>
        <p:blipFill>
          <a:blip r:embed="rId2"/>
          <a:stretch>
            <a:fillRect/>
          </a:stretch>
        </p:blipFill>
        <p:spPr>
          <a:xfrm>
            <a:off x="1533525" y="1714273"/>
            <a:ext cx="3638550" cy="126682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266331E7-1E7B-0CA8-7FBE-380158FCA5AA}"/>
              </a:ext>
            </a:extLst>
          </p:cNvPr>
          <p:cNvPicPr>
            <a:picLocks noChangeAspect="1"/>
          </p:cNvPicPr>
          <p:nvPr/>
        </p:nvPicPr>
        <p:blipFill>
          <a:blip r:embed="rId3"/>
          <a:stretch>
            <a:fillRect/>
          </a:stretch>
        </p:blipFill>
        <p:spPr>
          <a:xfrm>
            <a:off x="5011058" y="2985407"/>
            <a:ext cx="5842000" cy="3187701"/>
          </a:xfrm>
          <a:prstGeom prst="rect">
            <a:avLst/>
          </a:prstGeom>
        </p:spPr>
      </p:pic>
    </p:spTree>
    <p:extLst>
      <p:ext uri="{BB962C8B-B14F-4D97-AF65-F5344CB8AC3E}">
        <p14:creationId xmlns:p14="http://schemas.microsoft.com/office/powerpoint/2010/main" val="2078728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7C1496-F80C-CDEA-FE9D-D19D2816BC4A}"/>
              </a:ext>
            </a:extLst>
          </p:cNvPr>
          <p:cNvSpPr>
            <a:spLocks noGrp="1"/>
          </p:cNvSpPr>
          <p:nvPr>
            <p:ph type="title"/>
          </p:nvPr>
        </p:nvSpPr>
        <p:spPr>
          <a:xfrm>
            <a:off x="1371599" y="1010097"/>
            <a:ext cx="9486901" cy="1010088"/>
          </a:xfrm>
        </p:spPr>
        <p:txBody>
          <a:bodyPr vert="horz" lIns="91440" tIns="45720" rIns="91440" bIns="45720" rtlCol="0" anchor="b">
            <a:normAutofit/>
          </a:bodyPr>
          <a:lstStyle/>
          <a:p>
            <a:pPr algn="ctr"/>
            <a:r>
              <a:rPr lang="en-US" cap="all" spc="300">
                <a:highlight>
                  <a:srgbClr val="C0C0C0"/>
                </a:highlight>
              </a:rPr>
              <a:t>Visualizatio</a:t>
            </a:r>
            <a:r>
              <a:rPr lang="en-US" cap="all" spc="300" dirty="0">
                <a:highlight>
                  <a:srgbClr val="C0C0C0"/>
                </a:highlight>
              </a:rPr>
              <a:t>n</a:t>
            </a:r>
          </a:p>
        </p:txBody>
      </p:sp>
      <p:sp>
        <p:nvSpPr>
          <p:cNvPr id="4" name="Text Placeholder 3">
            <a:extLst>
              <a:ext uri="{FF2B5EF4-FFF2-40B4-BE49-F238E27FC236}">
                <a16:creationId xmlns:a16="http://schemas.microsoft.com/office/drawing/2014/main" id="{B963925F-CB7F-FA17-1B38-8F98BE65BA9B}"/>
              </a:ext>
            </a:extLst>
          </p:cNvPr>
          <p:cNvSpPr>
            <a:spLocks noGrp="1"/>
          </p:cNvSpPr>
          <p:nvPr>
            <p:ph type="body" sz="half" idx="2"/>
          </p:nvPr>
        </p:nvSpPr>
        <p:spPr>
          <a:xfrm>
            <a:off x="1371600" y="2206257"/>
            <a:ext cx="9486901" cy="3540642"/>
          </a:xfrm>
        </p:spPr>
        <p:txBody>
          <a:bodyPr vert="horz" lIns="91440" tIns="45720" rIns="91440" bIns="45720" rtlCol="0" anchor="t">
            <a:normAutofit/>
          </a:bodyPr>
          <a:lstStyle/>
          <a:p>
            <a:r>
              <a:rPr lang="en-US" sz="1800">
                <a:latin typeface="Aptos"/>
              </a:rPr>
              <a:t>Course Analysis:</a:t>
            </a:r>
            <a:endParaRPr lang="en-US"/>
          </a:p>
          <a:p>
            <a:pPr marL="57150" indent="-285750">
              <a:buFont typeface="Arial" panose="020B0604020202020204" pitchFamily="34" charset="0"/>
              <a:buChar char="•"/>
            </a:pPr>
            <a:r>
              <a:rPr lang="en-US" sz="1800">
                <a:latin typeface="Aptos"/>
              </a:rPr>
              <a:t>  Rating Distribution                                                       </a:t>
            </a:r>
            <a:r>
              <a:rPr lang="en-US" sz="2400">
                <a:latin typeface="Aptos"/>
              </a:rPr>
              <a:t>. </a:t>
            </a:r>
            <a:r>
              <a:rPr lang="en-US" sz="1800">
                <a:latin typeface="Aptos"/>
              </a:rPr>
              <a:t>Course price Distribution</a:t>
            </a:r>
            <a:endParaRPr lang="en-US" sz="1800" dirty="0">
              <a:latin typeface="Aptos"/>
            </a:endParaRPr>
          </a:p>
        </p:txBody>
      </p:sp>
      <p:pic>
        <p:nvPicPr>
          <p:cNvPr id="3" name="Picture 2" descr="A graph of rating distribution&#10;&#10;AI-generated content may be incorrect.">
            <a:extLst>
              <a:ext uri="{FF2B5EF4-FFF2-40B4-BE49-F238E27FC236}">
                <a16:creationId xmlns:a16="http://schemas.microsoft.com/office/drawing/2014/main" id="{1B970AA1-0FFC-AFCA-08B1-A7FC13CEEF4C}"/>
              </a:ext>
            </a:extLst>
          </p:cNvPr>
          <p:cNvPicPr>
            <a:picLocks noChangeAspect="1"/>
          </p:cNvPicPr>
          <p:nvPr/>
        </p:nvPicPr>
        <p:blipFill>
          <a:blip r:embed="rId2"/>
          <a:stretch>
            <a:fillRect/>
          </a:stretch>
        </p:blipFill>
        <p:spPr>
          <a:xfrm>
            <a:off x="844097" y="2934380"/>
            <a:ext cx="3878037" cy="2622098"/>
          </a:xfrm>
          <a:prstGeom prst="rect">
            <a:avLst/>
          </a:prstGeom>
        </p:spPr>
      </p:pic>
      <p:pic>
        <p:nvPicPr>
          <p:cNvPr id="5" name="Picture 4" descr="A graph of a course price distribution&#10;&#10;AI-generated content may be incorrect.">
            <a:extLst>
              <a:ext uri="{FF2B5EF4-FFF2-40B4-BE49-F238E27FC236}">
                <a16:creationId xmlns:a16="http://schemas.microsoft.com/office/drawing/2014/main" id="{D8903D83-9081-58C6-808D-D1BBFA8A62B8}"/>
              </a:ext>
            </a:extLst>
          </p:cNvPr>
          <p:cNvPicPr>
            <a:picLocks noChangeAspect="1"/>
          </p:cNvPicPr>
          <p:nvPr/>
        </p:nvPicPr>
        <p:blipFill>
          <a:blip r:embed="rId3"/>
          <a:stretch>
            <a:fillRect/>
          </a:stretch>
        </p:blipFill>
        <p:spPr>
          <a:xfrm>
            <a:off x="5534479" y="3041650"/>
            <a:ext cx="3800928" cy="2472871"/>
          </a:xfrm>
          <a:prstGeom prst="rect">
            <a:avLst/>
          </a:prstGeom>
        </p:spPr>
      </p:pic>
      <p:graphicFrame>
        <p:nvGraphicFramePr>
          <p:cNvPr id="6" name="Table 5">
            <a:extLst>
              <a:ext uri="{FF2B5EF4-FFF2-40B4-BE49-F238E27FC236}">
                <a16:creationId xmlns:a16="http://schemas.microsoft.com/office/drawing/2014/main" id="{E0A288FA-21E4-E924-F83D-00CBC7D1A289}"/>
              </a:ext>
            </a:extLst>
          </p:cNvPr>
          <p:cNvGraphicFramePr>
            <a:graphicFrameLocks noGrp="1"/>
          </p:cNvGraphicFramePr>
          <p:nvPr>
            <p:extLst>
              <p:ext uri="{D42A27DB-BD31-4B8C-83A1-F6EECF244321}">
                <p14:modId xmlns:p14="http://schemas.microsoft.com/office/powerpoint/2010/main" val="2563315166"/>
              </p:ext>
            </p:extLst>
          </p:nvPr>
        </p:nvGraphicFramePr>
        <p:xfrm>
          <a:off x="9332685" y="1240971"/>
          <a:ext cx="2129117" cy="4692491"/>
        </p:xfrm>
        <a:graphic>
          <a:graphicData uri="http://schemas.openxmlformats.org/drawingml/2006/table">
            <a:tbl>
              <a:tblPr firstRow="1" bandRow="1">
                <a:tableStyleId>{5C22544A-7EE6-4342-B048-85BDC9FD1C3A}</a:tableStyleId>
              </a:tblPr>
              <a:tblGrid>
                <a:gridCol w="2129117">
                  <a:extLst>
                    <a:ext uri="{9D8B030D-6E8A-4147-A177-3AD203B41FA5}">
                      <a16:colId xmlns:a16="http://schemas.microsoft.com/office/drawing/2014/main" val="130487084"/>
                    </a:ext>
                  </a:extLst>
                </a:gridCol>
              </a:tblGrid>
              <a:tr h="4692491">
                <a:tc>
                  <a:txBody>
                    <a:bodyPr/>
                    <a:lstStyle/>
                    <a:p>
                      <a:r>
                        <a:rPr lang="en-US">
                          <a:solidFill>
                            <a:schemeClr val="tx1"/>
                          </a:solidFill>
                        </a:rPr>
                        <a:t>   Interpretation</a:t>
                      </a:r>
                    </a:p>
                    <a:p>
                      <a:pPr lvl="0">
                        <a:buNone/>
                      </a:pPr>
                      <a:r>
                        <a:rPr lang="en-US" sz="1600" dirty="0">
                          <a:solidFill>
                            <a:schemeClr val="tx1"/>
                          </a:solidFill>
                        </a:rPr>
                        <a:t>Rating </a:t>
                      </a:r>
                      <a:r>
                        <a:rPr lang="en-US" sz="1600">
                          <a:solidFill>
                            <a:schemeClr val="tx1"/>
                          </a:solidFill>
                        </a:rPr>
                        <a:t>Distribution</a:t>
                      </a:r>
                      <a:endParaRPr lang="en-US" sz="1600" dirty="0">
                        <a:solidFill>
                          <a:schemeClr val="tx1"/>
                        </a:solidFill>
                      </a:endParaRPr>
                    </a:p>
                    <a:p>
                      <a:pPr lvl="0">
                        <a:buNone/>
                      </a:pPr>
                      <a:endParaRPr lang="en-US" sz="1600" dirty="0">
                        <a:solidFill>
                          <a:schemeClr val="tx1"/>
                        </a:solidFill>
                      </a:endParaRPr>
                    </a:p>
                    <a:p>
                      <a:pPr marL="0" lvl="0" indent="0" algn="l">
                        <a:lnSpc>
                          <a:spcPct val="100000"/>
                        </a:lnSpc>
                        <a:spcBef>
                          <a:spcPts val="0"/>
                        </a:spcBef>
                        <a:spcAft>
                          <a:spcPts val="0"/>
                        </a:spcAft>
                        <a:buFont typeface="Arial"/>
                        <a:buChar char="•"/>
                      </a:pPr>
                      <a:r>
                        <a:rPr lang="en-US" sz="1400" b="0" i="0" u="none" strike="noStrike" noProof="0" dirty="0">
                          <a:solidFill>
                            <a:schemeClr val="tx1"/>
                          </a:solidFill>
                          <a:latin typeface="Gill Sans MT"/>
                        </a:rPr>
                        <a:t>The majority of courses are concentrated in the higher rating range, indicating positive learner satisfaction.</a:t>
                      </a:r>
                    </a:p>
                    <a:p>
                      <a:pPr marL="0" lvl="0" indent="0" algn="l">
                        <a:lnSpc>
                          <a:spcPct val="100000"/>
                        </a:lnSpc>
                        <a:spcBef>
                          <a:spcPts val="0"/>
                        </a:spcBef>
                        <a:spcAft>
                          <a:spcPts val="0"/>
                        </a:spcAft>
                        <a:buFont typeface="Arial"/>
                        <a:buChar char="•"/>
                      </a:pPr>
                      <a:r>
                        <a:rPr lang="en-US" sz="1400" b="0" i="0" u="none" strike="noStrike" noProof="0">
                          <a:solidFill>
                            <a:schemeClr val="tx1"/>
                          </a:solidFill>
                          <a:latin typeface="Gill Sans MT"/>
                        </a:rPr>
                        <a:t>Most</a:t>
                      </a:r>
                      <a:r>
                        <a:rPr lang="en-US" sz="1400" b="0" i="0" u="none" strike="noStrike" noProof="0" dirty="0">
                          <a:solidFill>
                            <a:schemeClr val="tx1"/>
                          </a:solidFill>
                          <a:latin typeface="Gill Sans MT"/>
                        </a:rPr>
                        <a:t> ratings are between 3.5 and 5.0 </a:t>
                      </a:r>
                    </a:p>
                    <a:p>
                      <a:pPr marL="0" lvl="0" indent="0">
                        <a:buNone/>
                      </a:pPr>
                      <a:r>
                        <a:rPr lang="en-US" sz="1600" b="1" i="0" u="none" strike="noStrike" noProof="0" dirty="0">
                          <a:solidFill>
                            <a:schemeClr val="tx1"/>
                          </a:solidFill>
                          <a:latin typeface="Aptos"/>
                        </a:rPr>
                        <a:t>Course price Distri</a:t>
                      </a:r>
                      <a:r>
                        <a:rPr lang="en-US" sz="1600" b="1" i="0" u="none" strike="noStrike" noProof="0">
                          <a:solidFill>
                            <a:schemeClr val="tx1"/>
                          </a:solidFill>
                          <a:latin typeface="Aptos"/>
                        </a:rPr>
                        <a:t>bution</a:t>
                      </a:r>
                    </a:p>
                    <a:p>
                      <a:pPr marL="0" lvl="0" indent="0" algn="l">
                        <a:lnSpc>
                          <a:spcPct val="100000"/>
                        </a:lnSpc>
                        <a:spcBef>
                          <a:spcPts val="0"/>
                        </a:spcBef>
                        <a:spcAft>
                          <a:spcPts val="0"/>
                        </a:spcAft>
                        <a:buFont typeface="Arial"/>
                        <a:buChar char="•"/>
                      </a:pPr>
                      <a:r>
                        <a:rPr lang="en-US" sz="1400" b="0" i="0" u="none" strike="noStrike" noProof="0">
                          <a:solidFill>
                            <a:schemeClr val="tx1"/>
                          </a:solidFill>
                        </a:rPr>
                        <a:t>The platform contains courses across different price ranges, indicating that learners have multiple affordability options.</a:t>
                      </a:r>
                      <a:endParaRPr lang="en-US" sz="1400"/>
                    </a:p>
                    <a:p>
                      <a:pPr marL="0" lvl="0" indent="0" algn="l">
                        <a:lnSpc>
                          <a:spcPct val="100000"/>
                        </a:lnSpc>
                        <a:spcBef>
                          <a:spcPts val="0"/>
                        </a:spcBef>
                        <a:spcAft>
                          <a:spcPts val="0"/>
                        </a:spcAft>
                        <a:buFont typeface="Arial"/>
                        <a:buChar char="•"/>
                      </a:pPr>
                      <a:r>
                        <a:rPr lang="en-US" sz="1400" b="0" i="0" u="none" strike="noStrike" noProof="0">
                          <a:solidFill>
                            <a:schemeClr val="tx1"/>
                          </a:solidFill>
                        </a:rPr>
                        <a:t>Price can be used as a recommendation filter based on learner budget</a:t>
                      </a:r>
                      <a:endParaRPr lang="en-US" sz="1400"/>
                    </a:p>
                  </a:txBody>
                  <a:tcPr>
                    <a:solidFill>
                      <a:schemeClr val="bg1">
                        <a:lumMod val="75000"/>
                      </a:schemeClr>
                    </a:solidFill>
                  </a:tcPr>
                </a:tc>
                <a:extLst>
                  <a:ext uri="{0D108BD9-81ED-4DB2-BD59-A6C34878D82A}">
                    <a16:rowId xmlns:a16="http://schemas.microsoft.com/office/drawing/2014/main" val="996172027"/>
                  </a:ext>
                </a:extLst>
              </a:tr>
            </a:tbl>
          </a:graphicData>
        </a:graphic>
      </p:graphicFrame>
    </p:spTree>
    <p:extLst>
      <p:ext uri="{BB962C8B-B14F-4D97-AF65-F5344CB8AC3E}">
        <p14:creationId xmlns:p14="http://schemas.microsoft.com/office/powerpoint/2010/main" val="389673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6C839AA-E34D-D1D4-0CC6-0814FED9D2D5}"/>
              </a:ext>
            </a:extLst>
          </p:cNvPr>
          <p:cNvSpPr>
            <a:spLocks noGrp="1"/>
          </p:cNvSpPr>
          <p:nvPr>
            <p:ph type="body" sz="half" idx="2"/>
          </p:nvPr>
        </p:nvSpPr>
        <p:spPr>
          <a:xfrm>
            <a:off x="682172" y="696772"/>
            <a:ext cx="10829472" cy="5456526"/>
          </a:xfrm>
        </p:spPr>
        <p:txBody>
          <a:bodyPr vert="horz" lIns="91440" tIns="45720" rIns="91440" bIns="45720" rtlCol="0" anchor="t">
            <a:normAutofit/>
          </a:bodyPr>
          <a:lstStyle/>
          <a:p>
            <a:pPr marL="57150" indent="-285750">
              <a:buFont typeface="Arial" panose="020B0604020202020204" pitchFamily="34" charset="0"/>
              <a:buChar char="•"/>
            </a:pPr>
            <a:r>
              <a:rPr lang="en-US" sz="1500" dirty="0">
                <a:highlight>
                  <a:srgbClr val="FFFFFF"/>
                </a:highlight>
              </a:rPr>
              <a:t> </a:t>
            </a:r>
            <a:r>
              <a:rPr lang="en-US">
                <a:highlight>
                  <a:srgbClr val="FFFFFF"/>
                </a:highlight>
                <a:latin typeface="Aptos"/>
              </a:rPr>
              <a:t>Course Duration                                                . Difficulty Level                                             . </a:t>
            </a:r>
            <a:r>
              <a:rPr lang="en-US">
                <a:highlight>
                  <a:srgbClr val="FFFFFF"/>
                </a:highlight>
                <a:latin typeface="Aptos"/>
                <a:ea typeface="+mj-lt"/>
                <a:cs typeface="+mj-lt"/>
              </a:rPr>
              <a:t> Certification Offered </a:t>
            </a:r>
            <a:endParaRPr lang="en-US">
              <a:latin typeface="Aptos"/>
              <a:ea typeface="+mj-lt"/>
              <a:cs typeface="+mj-lt"/>
            </a:endParaRPr>
          </a:p>
          <a:p>
            <a:pPr marL="57150" indent="-285750">
              <a:buFont typeface="Arial" panose="020B0604020202020204" pitchFamily="34" charset="0"/>
              <a:buChar char="•"/>
            </a:pPr>
            <a:endParaRPr lang="en-US" dirty="0">
              <a:highlight>
                <a:srgbClr val="FFFFFF"/>
              </a:highlight>
              <a:latin typeface="Aptos"/>
            </a:endParaRPr>
          </a:p>
          <a:p>
            <a:pPr indent="-228600">
              <a:buFont typeface="Arial" panose="020B0604020202020204" pitchFamily="34" charset="0"/>
              <a:buChar char="•"/>
            </a:pPr>
            <a:endParaRPr lang="en-US" dirty="0"/>
          </a:p>
        </p:txBody>
      </p:sp>
      <p:pic>
        <p:nvPicPr>
          <p:cNvPr id="2" name="Picture 1" descr="A graph of a course duration distribution&#10;&#10;AI-generated content may be incorrect.">
            <a:extLst>
              <a:ext uri="{FF2B5EF4-FFF2-40B4-BE49-F238E27FC236}">
                <a16:creationId xmlns:a16="http://schemas.microsoft.com/office/drawing/2014/main" id="{855264C6-79E0-3398-45A8-4CC576321E23}"/>
              </a:ext>
            </a:extLst>
          </p:cNvPr>
          <p:cNvPicPr>
            <a:picLocks noChangeAspect="1"/>
          </p:cNvPicPr>
          <p:nvPr/>
        </p:nvPicPr>
        <p:blipFill>
          <a:blip r:embed="rId2"/>
          <a:stretch>
            <a:fillRect/>
          </a:stretch>
        </p:blipFill>
        <p:spPr>
          <a:xfrm>
            <a:off x="695325" y="1440542"/>
            <a:ext cx="3856265" cy="2532744"/>
          </a:xfrm>
          <a:prstGeom prst="rect">
            <a:avLst/>
          </a:prstGeom>
        </p:spPr>
      </p:pic>
      <p:pic>
        <p:nvPicPr>
          <p:cNvPr id="3" name="Picture 2" descr="A graph of a course difficulty distribution&#10;&#10;AI-generated content may be incorrect.">
            <a:extLst>
              <a:ext uri="{FF2B5EF4-FFF2-40B4-BE49-F238E27FC236}">
                <a16:creationId xmlns:a16="http://schemas.microsoft.com/office/drawing/2014/main" id="{6BF5A066-1AA3-34E7-C71D-CC290557EEA5}"/>
              </a:ext>
            </a:extLst>
          </p:cNvPr>
          <p:cNvPicPr>
            <a:picLocks noChangeAspect="1"/>
          </p:cNvPicPr>
          <p:nvPr/>
        </p:nvPicPr>
        <p:blipFill>
          <a:blip r:embed="rId3"/>
          <a:stretch>
            <a:fillRect/>
          </a:stretch>
        </p:blipFill>
        <p:spPr>
          <a:xfrm>
            <a:off x="4552270" y="1576842"/>
            <a:ext cx="3755119" cy="2383519"/>
          </a:xfrm>
          <a:prstGeom prst="rect">
            <a:avLst/>
          </a:prstGeom>
        </p:spPr>
      </p:pic>
      <p:pic>
        <p:nvPicPr>
          <p:cNvPr id="5" name="Picture 4" descr="A blue and orange pie chart&#10;&#10;AI-generated content may be incorrect.">
            <a:extLst>
              <a:ext uri="{FF2B5EF4-FFF2-40B4-BE49-F238E27FC236}">
                <a16:creationId xmlns:a16="http://schemas.microsoft.com/office/drawing/2014/main" id="{70EFF3AB-9131-61C7-258F-652AE68F67F1}"/>
              </a:ext>
            </a:extLst>
          </p:cNvPr>
          <p:cNvPicPr>
            <a:picLocks noChangeAspect="1"/>
          </p:cNvPicPr>
          <p:nvPr/>
        </p:nvPicPr>
        <p:blipFill>
          <a:blip r:embed="rId4"/>
          <a:stretch>
            <a:fillRect/>
          </a:stretch>
        </p:blipFill>
        <p:spPr>
          <a:xfrm>
            <a:off x="8310562" y="1111478"/>
            <a:ext cx="2813503" cy="2849789"/>
          </a:xfrm>
          <a:prstGeom prst="rect">
            <a:avLst/>
          </a:prstGeom>
        </p:spPr>
      </p:pic>
      <p:graphicFrame>
        <p:nvGraphicFramePr>
          <p:cNvPr id="6" name="Table 5">
            <a:extLst>
              <a:ext uri="{FF2B5EF4-FFF2-40B4-BE49-F238E27FC236}">
                <a16:creationId xmlns:a16="http://schemas.microsoft.com/office/drawing/2014/main" id="{CDE11C78-0420-7982-394B-4B6ACFCE23E5}"/>
              </a:ext>
            </a:extLst>
          </p:cNvPr>
          <p:cNvGraphicFramePr>
            <a:graphicFrameLocks noGrp="1"/>
          </p:cNvGraphicFramePr>
          <p:nvPr>
            <p:extLst>
              <p:ext uri="{D42A27DB-BD31-4B8C-83A1-F6EECF244321}">
                <p14:modId xmlns:p14="http://schemas.microsoft.com/office/powerpoint/2010/main" val="2880494331"/>
              </p:ext>
            </p:extLst>
          </p:nvPr>
        </p:nvGraphicFramePr>
        <p:xfrm>
          <a:off x="696685" y="4027714"/>
          <a:ext cx="10757646" cy="2316480"/>
        </p:xfrm>
        <a:graphic>
          <a:graphicData uri="http://schemas.openxmlformats.org/drawingml/2006/table">
            <a:tbl>
              <a:tblPr firstRow="1" bandRow="1">
                <a:tableStyleId>{5C22544A-7EE6-4342-B048-85BDC9FD1C3A}</a:tableStyleId>
              </a:tblPr>
              <a:tblGrid>
                <a:gridCol w="10757646">
                  <a:extLst>
                    <a:ext uri="{9D8B030D-6E8A-4147-A177-3AD203B41FA5}">
                      <a16:colId xmlns:a16="http://schemas.microsoft.com/office/drawing/2014/main" val="484950591"/>
                    </a:ext>
                  </a:extLst>
                </a:gridCol>
              </a:tblGrid>
              <a:tr h="1905630">
                <a:tc>
                  <a:txBody>
                    <a:bodyPr/>
                    <a:lstStyle/>
                    <a:p>
                      <a:r>
                        <a:rPr lang="en-US">
                          <a:solidFill>
                            <a:schemeClr val="tx1"/>
                          </a:solidFill>
                          <a:latin typeface="Aptos"/>
                        </a:rPr>
                        <a:t>Interpretation:</a:t>
                      </a:r>
                    </a:p>
                    <a:p>
                      <a:pPr lvl="0">
                        <a:buNone/>
                      </a:pPr>
                      <a:r>
                        <a:rPr lang="en-US" sz="1600" b="0" i="0" u="none" strike="noStrike" noProof="0">
                          <a:solidFill>
                            <a:schemeClr val="tx1"/>
                          </a:solidFill>
                          <a:highlight>
                            <a:srgbClr val="C0C0C0"/>
                          </a:highlight>
                          <a:latin typeface="Aptos"/>
                        </a:rPr>
                        <a:t>Course Duration</a:t>
                      </a:r>
                    </a:p>
                    <a:p>
                      <a:pPr marL="285750" lvl="0" indent="-285750">
                        <a:buFont typeface="Arial"/>
                        <a:buChar char="•"/>
                      </a:pPr>
                      <a:r>
                        <a:rPr lang="en-US" sz="1600" b="0" i="0" u="none" strike="noStrike" noProof="0" dirty="0">
                          <a:solidFill>
                            <a:schemeClr val="tx1"/>
                          </a:solidFill>
                          <a:highlight>
                            <a:srgbClr val="C0C0C0"/>
                          </a:highlight>
                          <a:latin typeface="Aptos"/>
                        </a:rPr>
                        <a:t>   </a:t>
                      </a:r>
                      <a:r>
                        <a:rPr lang="en-US" sz="1600" b="0" i="0" u="none" strike="noStrike" noProof="0" dirty="0">
                          <a:solidFill>
                            <a:schemeClr val="tx1"/>
                          </a:solidFill>
                          <a:highlight>
                            <a:srgbClr val="C0C0C0"/>
                          </a:highlight>
                        </a:rPr>
                        <a:t>Course durations vary significantly, providing learners with both short-term and long-term learning </a:t>
                      </a:r>
                      <a:r>
                        <a:rPr lang="en-US" sz="1600" b="0" i="0" u="none" strike="noStrike" noProof="0" dirty="0" err="1">
                          <a:solidFill>
                            <a:schemeClr val="tx1"/>
                          </a:solidFill>
                          <a:highlight>
                            <a:srgbClr val="C0C0C0"/>
                          </a:highlight>
                        </a:rPr>
                        <a:t>options.Duration</a:t>
                      </a:r>
                      <a:r>
                        <a:rPr lang="en-US" sz="1600" b="0" i="0" u="none" strike="noStrike" noProof="0" dirty="0">
                          <a:solidFill>
                            <a:schemeClr val="tx1"/>
                          </a:solidFill>
                          <a:highlight>
                            <a:srgbClr val="C0C0C0"/>
                          </a:highlight>
                        </a:rPr>
                        <a:t> helps recommend courses according to learner availability.</a:t>
                      </a:r>
                    </a:p>
                    <a:p>
                      <a:pPr marL="0" lvl="0" indent="0">
                        <a:buNone/>
                      </a:pPr>
                      <a:r>
                        <a:rPr lang="en-US" sz="1600" b="0" i="0" u="none" strike="noStrike" noProof="0">
                          <a:solidFill>
                            <a:schemeClr val="tx1"/>
                          </a:solidFill>
                          <a:highlight>
                            <a:srgbClr val="C0C0C0"/>
                          </a:highlight>
                        </a:rPr>
                        <a:t>Difficulty Level</a:t>
                      </a:r>
                    </a:p>
                    <a:p>
                      <a:pPr marL="285750" lvl="0" indent="-285750">
                        <a:buFont typeface="Arial"/>
                        <a:buChar char="•"/>
                      </a:pPr>
                      <a:r>
                        <a:rPr lang="en-US" sz="1600" b="0" i="0" u="none" strike="noStrike" noProof="0" dirty="0">
                          <a:solidFill>
                            <a:schemeClr val="tx1"/>
                          </a:solidFill>
                          <a:highlight>
                            <a:srgbClr val="C0C0C0"/>
                          </a:highlight>
                        </a:rPr>
                        <a:t>        </a:t>
                      </a:r>
                      <a:r>
                        <a:rPr lang="en-US" sz="1600" b="0" i="0" u="none" strike="noStrike" noProof="0">
                          <a:solidFill>
                            <a:schemeClr val="tx1"/>
                          </a:solidFill>
                          <a:highlight>
                            <a:srgbClr val="C0C0C0"/>
                          </a:highlight>
                          <a:latin typeface="Gill Sans MT"/>
                        </a:rPr>
                        <a:t>Beginner and intermediate courses dominate the platform.</a:t>
                      </a:r>
                    </a:p>
                    <a:p>
                      <a:pPr marL="0" lvl="0" indent="0">
                        <a:buNone/>
                      </a:pPr>
                      <a:r>
                        <a:rPr lang="en-US" sz="1600" b="0" i="0" u="none" strike="noStrike" noProof="0" err="1">
                          <a:solidFill>
                            <a:schemeClr val="tx1"/>
                          </a:solidFill>
                          <a:highlight>
                            <a:srgbClr val="C0C0C0"/>
                          </a:highlight>
                          <a:latin typeface="Gill Sans MT"/>
                        </a:rPr>
                        <a:t>Certificatio</a:t>
                      </a:r>
                      <a:r>
                        <a:rPr lang="en-US" sz="1600" b="0" i="0" u="none" strike="noStrike" noProof="0" dirty="0">
                          <a:solidFill>
                            <a:schemeClr val="tx1"/>
                          </a:solidFill>
                          <a:highlight>
                            <a:srgbClr val="C0C0C0"/>
                          </a:highlight>
                          <a:latin typeface="Gill Sans MT"/>
                        </a:rPr>
                        <a:t>n </a:t>
                      </a:r>
                      <a:r>
                        <a:rPr lang="en-US" sz="1600" b="0" i="0" u="none" strike="noStrike" noProof="0">
                          <a:solidFill>
                            <a:schemeClr val="tx1"/>
                          </a:solidFill>
                          <a:highlight>
                            <a:srgbClr val="C0C0C0"/>
                          </a:highlight>
                          <a:latin typeface="Gill Sans MT"/>
                        </a:rPr>
                        <a:t>Offered</a:t>
                      </a:r>
                    </a:p>
                    <a:p>
                      <a:pPr marL="0" lvl="0" indent="0" algn="l">
                        <a:lnSpc>
                          <a:spcPct val="100000"/>
                        </a:lnSpc>
                        <a:spcBef>
                          <a:spcPts val="0"/>
                        </a:spcBef>
                        <a:spcAft>
                          <a:spcPts val="0"/>
                        </a:spcAft>
                        <a:buFont typeface="Arial"/>
                        <a:buChar char="•"/>
                      </a:pPr>
                      <a:r>
                        <a:rPr lang="en-US" sz="1600" b="0" i="0" u="none" strike="noStrike" noProof="0" dirty="0">
                          <a:solidFill>
                            <a:schemeClr val="tx1"/>
                          </a:solidFill>
                          <a:highlight>
                            <a:srgbClr val="C0C0C0"/>
                          </a:highlight>
                          <a:latin typeface="Gill Sans MT"/>
                        </a:rPr>
                        <a:t>             </a:t>
                      </a:r>
                      <a:r>
                        <a:rPr lang="en-US" sz="1600" b="0" i="0" u="none" strike="noStrike" noProof="0">
                          <a:solidFill>
                            <a:schemeClr val="tx1"/>
                          </a:solidFill>
                          <a:highlight>
                            <a:srgbClr val="C0C0C0"/>
                          </a:highlight>
                        </a:rPr>
                        <a:t>A large percentage of courses provide certification.</a:t>
                      </a:r>
                    </a:p>
                    <a:p>
                      <a:pPr marL="285750" lvl="0" indent="-285750">
                        <a:buFont typeface="Arial"/>
                        <a:buChar char="•"/>
                      </a:pPr>
                      <a:r>
                        <a:rPr lang="en-US" sz="1600" b="0" i="0" u="none" strike="noStrike" noProof="0">
                          <a:solidFill>
                            <a:schemeClr val="tx1"/>
                          </a:solidFill>
                          <a:highlight>
                            <a:srgbClr val="C0C0C0"/>
                          </a:highlight>
                        </a:rPr>
                        <a:t>         Certification becomes an additional recommendation preference</a:t>
                      </a:r>
                      <a:endParaRPr lang="en-US"/>
                    </a:p>
                  </a:txBody>
                  <a:tcPr>
                    <a:solidFill>
                      <a:schemeClr val="bg1">
                        <a:lumMod val="75000"/>
                      </a:schemeClr>
                    </a:solidFill>
                  </a:tcPr>
                </a:tc>
                <a:extLst>
                  <a:ext uri="{0D108BD9-81ED-4DB2-BD59-A6C34878D82A}">
                    <a16:rowId xmlns:a16="http://schemas.microsoft.com/office/drawing/2014/main" val="3949514127"/>
                  </a:ext>
                </a:extLst>
              </a:tr>
            </a:tbl>
          </a:graphicData>
        </a:graphic>
      </p:graphicFrame>
    </p:spTree>
    <p:extLst>
      <p:ext uri="{BB962C8B-B14F-4D97-AF65-F5344CB8AC3E}">
        <p14:creationId xmlns:p14="http://schemas.microsoft.com/office/powerpoint/2010/main" val="4508674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2402343-C0D4-58BF-D696-E727BB04AE7A}"/>
              </a:ext>
            </a:extLst>
          </p:cNvPr>
          <p:cNvSpPr>
            <a:spLocks noGrp="1"/>
          </p:cNvSpPr>
          <p:nvPr>
            <p:ph type="body" sz="half" idx="2"/>
          </p:nvPr>
        </p:nvSpPr>
        <p:spPr>
          <a:xfrm>
            <a:off x="674915" y="689515"/>
            <a:ext cx="10829471" cy="5478298"/>
          </a:xfrm>
        </p:spPr>
        <p:txBody>
          <a:bodyPr vert="horz" lIns="91440" tIns="45720" rIns="91440" bIns="45720" rtlCol="0" anchor="t">
            <a:normAutofit/>
          </a:bodyPr>
          <a:lstStyle/>
          <a:p>
            <a:pPr marL="57150" indent="-285750">
              <a:buFont typeface="Arial" panose="020B0604020202020204" pitchFamily="34" charset="0"/>
              <a:buChar char="•"/>
            </a:pPr>
            <a:r>
              <a:rPr lang="en-US">
                <a:highlight>
                  <a:srgbClr val="FFFFFF"/>
                </a:highlight>
                <a:latin typeface="Aptos"/>
              </a:rPr>
              <a:t>Study Material Available                                                     .   Top Courses                                                           .   Top Instructors</a:t>
            </a:r>
            <a:endParaRPr lang="en-US">
              <a:latin typeface="Aptos"/>
            </a:endParaRPr>
          </a:p>
          <a:p>
            <a:pPr marL="57150" indent="-285750">
              <a:buFont typeface="Arial" panose="020B0604020202020204" pitchFamily="34" charset="0"/>
              <a:buChar char="•"/>
            </a:pPr>
            <a:endParaRPr lang="en-US" dirty="0">
              <a:highlight>
                <a:srgbClr val="FFFFFF"/>
              </a:highlight>
              <a:latin typeface="Aptos"/>
            </a:endParaRPr>
          </a:p>
          <a:p>
            <a:pPr marL="57150" indent="-285750">
              <a:buFont typeface="Arial" panose="020B0604020202020204" pitchFamily="34" charset="0"/>
              <a:buChar char="•"/>
            </a:pPr>
            <a:endParaRPr lang="en-US" dirty="0">
              <a:highlight>
                <a:srgbClr val="FFFFFF"/>
              </a:highlight>
              <a:latin typeface="Aptos"/>
            </a:endParaRPr>
          </a:p>
          <a:p>
            <a:pPr indent="-228600">
              <a:buFont typeface="Arial" panose="020B0604020202020204" pitchFamily="34" charset="0"/>
              <a:buChar char="•"/>
            </a:pPr>
            <a:endParaRPr lang="en-US" dirty="0">
              <a:latin typeface="Aptos"/>
            </a:endParaRPr>
          </a:p>
        </p:txBody>
      </p:sp>
      <p:pic>
        <p:nvPicPr>
          <p:cNvPr id="5" name="Picture 4" descr="A blue circle with green triangle and green triangle&#10;&#10;AI-generated content may be incorrect.">
            <a:extLst>
              <a:ext uri="{FF2B5EF4-FFF2-40B4-BE49-F238E27FC236}">
                <a16:creationId xmlns:a16="http://schemas.microsoft.com/office/drawing/2014/main" id="{7D977FF5-E284-CB4A-19C8-0368B272A80A}"/>
              </a:ext>
            </a:extLst>
          </p:cNvPr>
          <p:cNvPicPr>
            <a:picLocks noChangeAspect="1"/>
          </p:cNvPicPr>
          <p:nvPr/>
        </p:nvPicPr>
        <p:blipFill>
          <a:blip r:embed="rId2"/>
          <a:stretch>
            <a:fillRect/>
          </a:stretch>
        </p:blipFill>
        <p:spPr>
          <a:xfrm>
            <a:off x="682851" y="996950"/>
            <a:ext cx="2393498" cy="2454729"/>
          </a:xfrm>
          <a:prstGeom prst="rect">
            <a:avLst/>
          </a:prstGeom>
        </p:spPr>
      </p:pic>
      <p:pic>
        <p:nvPicPr>
          <p:cNvPr id="6" name="Picture 5" descr="A graph of a number of classes&#10;&#10;AI-generated content may be incorrect.">
            <a:extLst>
              <a:ext uri="{FF2B5EF4-FFF2-40B4-BE49-F238E27FC236}">
                <a16:creationId xmlns:a16="http://schemas.microsoft.com/office/drawing/2014/main" id="{904E4B1A-8E44-111C-FE8B-26E0AA462C2A}"/>
              </a:ext>
            </a:extLst>
          </p:cNvPr>
          <p:cNvPicPr>
            <a:picLocks noChangeAspect="1"/>
          </p:cNvPicPr>
          <p:nvPr/>
        </p:nvPicPr>
        <p:blipFill>
          <a:blip r:embed="rId3"/>
          <a:stretch>
            <a:fillRect/>
          </a:stretch>
        </p:blipFill>
        <p:spPr>
          <a:xfrm>
            <a:off x="3447143" y="1010612"/>
            <a:ext cx="4194630" cy="2826549"/>
          </a:xfrm>
          <a:prstGeom prst="rect">
            <a:avLst/>
          </a:prstGeom>
        </p:spPr>
      </p:pic>
      <p:pic>
        <p:nvPicPr>
          <p:cNvPr id="7" name="Picture 6">
            <a:extLst>
              <a:ext uri="{FF2B5EF4-FFF2-40B4-BE49-F238E27FC236}">
                <a16:creationId xmlns:a16="http://schemas.microsoft.com/office/drawing/2014/main" id="{2BD0196A-40F3-DBAA-D453-0ACF33BD5D5B}"/>
              </a:ext>
            </a:extLst>
          </p:cNvPr>
          <p:cNvPicPr>
            <a:picLocks noChangeAspect="1"/>
          </p:cNvPicPr>
          <p:nvPr/>
        </p:nvPicPr>
        <p:blipFill>
          <a:blip r:embed="rId4"/>
          <a:stretch>
            <a:fillRect/>
          </a:stretch>
        </p:blipFill>
        <p:spPr>
          <a:xfrm>
            <a:off x="7535741" y="1015999"/>
            <a:ext cx="3847892" cy="2931887"/>
          </a:xfrm>
          <a:prstGeom prst="rect">
            <a:avLst/>
          </a:prstGeom>
        </p:spPr>
      </p:pic>
      <p:graphicFrame>
        <p:nvGraphicFramePr>
          <p:cNvPr id="8" name="Table 7">
            <a:extLst>
              <a:ext uri="{FF2B5EF4-FFF2-40B4-BE49-F238E27FC236}">
                <a16:creationId xmlns:a16="http://schemas.microsoft.com/office/drawing/2014/main" id="{DA5235BE-6C3C-E578-ACB6-995886EF0CA5}"/>
              </a:ext>
            </a:extLst>
          </p:cNvPr>
          <p:cNvGraphicFramePr>
            <a:graphicFrameLocks noGrp="1"/>
          </p:cNvGraphicFramePr>
          <p:nvPr>
            <p:extLst>
              <p:ext uri="{D42A27DB-BD31-4B8C-83A1-F6EECF244321}">
                <p14:modId xmlns:p14="http://schemas.microsoft.com/office/powerpoint/2010/main" val="4148130602"/>
              </p:ext>
            </p:extLst>
          </p:nvPr>
        </p:nvGraphicFramePr>
        <p:xfrm>
          <a:off x="703942" y="3918857"/>
          <a:ext cx="10785201" cy="2560320"/>
        </p:xfrm>
        <a:graphic>
          <a:graphicData uri="http://schemas.openxmlformats.org/drawingml/2006/table">
            <a:tbl>
              <a:tblPr firstRow="1" bandRow="1">
                <a:tableStyleId>{5C22544A-7EE6-4342-B048-85BDC9FD1C3A}</a:tableStyleId>
              </a:tblPr>
              <a:tblGrid>
                <a:gridCol w="10785201">
                  <a:extLst>
                    <a:ext uri="{9D8B030D-6E8A-4147-A177-3AD203B41FA5}">
                      <a16:colId xmlns:a16="http://schemas.microsoft.com/office/drawing/2014/main" val="135993413"/>
                    </a:ext>
                  </a:extLst>
                </a:gridCol>
              </a:tblGrid>
              <a:tr h="2288605">
                <a:tc>
                  <a:txBody>
                    <a:bodyPr/>
                    <a:lstStyle/>
                    <a:p>
                      <a:pPr marL="285750" indent="-285750">
                        <a:buFont typeface="Arial"/>
                        <a:buChar char="•"/>
                      </a:pPr>
                      <a:r>
                        <a:rPr lang="en-US">
                          <a:solidFill>
                            <a:schemeClr val="tx1"/>
                          </a:solidFill>
                        </a:rPr>
                        <a:t>Interpretation:</a:t>
                      </a:r>
                    </a:p>
                    <a:p>
                      <a:pPr marL="0" lvl="0" indent="0">
                        <a:buNone/>
                      </a:pPr>
                      <a:r>
                        <a:rPr lang="en-US">
                          <a:solidFill>
                            <a:schemeClr val="tx1"/>
                          </a:solidFill>
                        </a:rPr>
                        <a:t>Study Material Available</a:t>
                      </a:r>
                    </a:p>
                    <a:p>
                      <a:pPr marL="285750" lvl="0" indent="-285750">
                        <a:buFont typeface="Arial"/>
                        <a:buChar char="•"/>
                      </a:pPr>
                      <a:r>
                        <a:rPr lang="en-US" sz="1800" b="0" i="0" u="none" strike="noStrike" noProof="0" dirty="0">
                          <a:solidFill>
                            <a:schemeClr val="tx1"/>
                          </a:solidFill>
                          <a:latin typeface="Gill Sans MT"/>
                        </a:rPr>
                        <a:t>Most courses provide study </a:t>
                      </a:r>
                      <a:r>
                        <a:rPr lang="en-US" sz="1800" b="0" i="0" u="none" strike="noStrike" noProof="0" dirty="0" err="1">
                          <a:solidFill>
                            <a:schemeClr val="tx1"/>
                          </a:solidFill>
                          <a:latin typeface="Gill Sans MT"/>
                        </a:rPr>
                        <a:t>materials,Study</a:t>
                      </a:r>
                      <a:r>
                        <a:rPr lang="en-US" sz="1800" b="0" i="0" u="none" strike="noStrike" noProof="0" dirty="0">
                          <a:solidFill>
                            <a:schemeClr val="tx1"/>
                          </a:solidFill>
                          <a:latin typeface="Gill Sans MT"/>
                        </a:rPr>
                        <a:t> material availability enhances recommendation quality.</a:t>
                      </a:r>
                    </a:p>
                    <a:p>
                      <a:pPr marL="0" lvl="0" indent="0">
                        <a:buNone/>
                      </a:pPr>
                      <a:endParaRPr lang="en-US" sz="1800" b="0" i="0" u="none" strike="noStrike" noProof="0" dirty="0">
                        <a:solidFill>
                          <a:schemeClr val="tx1"/>
                        </a:solidFill>
                        <a:latin typeface="Gill Sans MT"/>
                      </a:endParaRPr>
                    </a:p>
                    <a:p>
                      <a:pPr marL="0" lvl="0" indent="0">
                        <a:buNone/>
                      </a:pPr>
                      <a:r>
                        <a:rPr lang="en-US" sz="1800" b="0" i="0" u="none" strike="noStrike" noProof="0">
                          <a:solidFill>
                            <a:schemeClr val="tx1"/>
                          </a:solidFill>
                          <a:latin typeface="Gill Sans MT"/>
                        </a:rPr>
                        <a:t>Top Courses</a:t>
                      </a:r>
                    </a:p>
                    <a:p>
                      <a:pPr marL="285750" lvl="0" indent="-285750">
                        <a:buFont typeface="Arial"/>
                        <a:buChar char="•"/>
                      </a:pPr>
                      <a:r>
                        <a:rPr lang="en-US" sz="1800" b="0" i="0" u="none" strike="noStrike" noProof="0" dirty="0">
                          <a:solidFill>
                            <a:schemeClr val="tx1"/>
                          </a:solidFill>
                        </a:rPr>
                        <a:t>Certain courses consistently appear at the </a:t>
                      </a:r>
                      <a:r>
                        <a:rPr lang="en-US" sz="1800" b="0" i="0" u="none" strike="noStrike" noProof="0" dirty="0" err="1">
                          <a:solidFill>
                            <a:schemeClr val="tx1"/>
                          </a:solidFill>
                        </a:rPr>
                        <a:t>top.These</a:t>
                      </a:r>
                      <a:r>
                        <a:rPr lang="en-US" sz="1800" b="0" i="0" u="none" strike="noStrike" noProof="0" dirty="0">
                          <a:solidFill>
                            <a:schemeClr val="tx1"/>
                          </a:solidFill>
                        </a:rPr>
                        <a:t> courses are strong recommendation candidates</a:t>
                      </a:r>
                    </a:p>
                    <a:p>
                      <a:pPr marL="0" lvl="0" indent="0">
                        <a:buNone/>
                      </a:pPr>
                      <a:r>
                        <a:rPr lang="en-US" sz="1800" b="0" i="0" u="none" strike="noStrike" noProof="0" dirty="0">
                          <a:solidFill>
                            <a:schemeClr val="tx1"/>
                          </a:solidFill>
                        </a:rPr>
                        <a:t>Top </a:t>
                      </a:r>
                      <a:r>
                        <a:rPr lang="en-US" sz="1800" b="0" i="0" u="none" strike="noStrike" noProof="0">
                          <a:solidFill>
                            <a:schemeClr val="tx1"/>
                          </a:solidFill>
                        </a:rPr>
                        <a:t>Instructors</a:t>
                      </a:r>
                    </a:p>
                    <a:p>
                      <a:pPr marL="285750" lvl="0" indent="-285750">
                        <a:buFont typeface="Arial"/>
                        <a:buChar char="•"/>
                      </a:pPr>
                      <a:r>
                        <a:rPr lang="en-US" sz="1800" b="0" i="0" u="none" strike="noStrike" noProof="0" dirty="0">
                          <a:solidFill>
                            <a:schemeClr val="tx1"/>
                          </a:solidFill>
                          <a:latin typeface="Gill Sans MT"/>
                        </a:rPr>
                        <a:t>A few instructors contribute many popular </a:t>
                      </a:r>
                      <a:r>
                        <a:rPr lang="en-US" sz="1800" b="0" i="0" u="none" strike="noStrike" noProof="0" dirty="0" err="1">
                          <a:solidFill>
                            <a:schemeClr val="tx1"/>
                          </a:solidFill>
                          <a:latin typeface="Gill Sans MT"/>
                        </a:rPr>
                        <a:t>courses.Instructor</a:t>
                      </a:r>
                      <a:r>
                        <a:rPr lang="en-US" sz="1800" b="0" i="0" u="none" strike="noStrike" noProof="0" dirty="0">
                          <a:solidFill>
                            <a:schemeClr val="tx1"/>
                          </a:solidFill>
                          <a:latin typeface="Gill Sans MT"/>
                        </a:rPr>
                        <a:t> information can improve recommendation quality.</a:t>
                      </a:r>
                      <a:endParaRPr lang="en-US" sz="1800" b="0" i="0" u="none" strike="noStrike" noProof="0" dirty="0">
                        <a:solidFill>
                          <a:schemeClr val="tx1"/>
                        </a:solidFill>
                      </a:endParaRPr>
                    </a:p>
                  </a:txBody>
                  <a:tcPr>
                    <a:solidFill>
                      <a:schemeClr val="bg1">
                        <a:lumMod val="75000"/>
                      </a:schemeClr>
                    </a:solidFill>
                  </a:tcPr>
                </a:tc>
                <a:extLst>
                  <a:ext uri="{0D108BD9-81ED-4DB2-BD59-A6C34878D82A}">
                    <a16:rowId xmlns:a16="http://schemas.microsoft.com/office/drawing/2014/main" val="690449052"/>
                  </a:ext>
                </a:extLst>
              </a:tr>
            </a:tbl>
          </a:graphicData>
        </a:graphic>
      </p:graphicFrame>
    </p:spTree>
    <p:extLst>
      <p:ext uri="{BB962C8B-B14F-4D97-AF65-F5344CB8AC3E}">
        <p14:creationId xmlns:p14="http://schemas.microsoft.com/office/powerpoint/2010/main" val="4215527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90F0F61-D744-CB97-9BEF-6277240E71F1}"/>
              </a:ext>
            </a:extLst>
          </p:cNvPr>
          <p:cNvSpPr>
            <a:spLocks noGrp="1"/>
          </p:cNvSpPr>
          <p:nvPr>
            <p:ph type="title"/>
          </p:nvPr>
        </p:nvSpPr>
        <p:spPr>
          <a:xfrm>
            <a:off x="1371599" y="1010097"/>
            <a:ext cx="9378044" cy="494831"/>
          </a:xfrm>
        </p:spPr>
        <p:txBody>
          <a:bodyPr vert="horz" lIns="91440" tIns="45720" rIns="91440" bIns="45720" rtlCol="0" anchor="b">
            <a:normAutofit fontScale="90000"/>
          </a:bodyPr>
          <a:lstStyle/>
          <a:p>
            <a:pPr algn="ctr"/>
            <a:r>
              <a:rPr lang="en-US" cap="all" spc="300" dirty="0">
                <a:highlight>
                  <a:srgbClr val="C0C0C0"/>
                </a:highlight>
              </a:rPr>
              <a:t>Model buil</a:t>
            </a:r>
            <a:r>
              <a:rPr lang="en-US" cap="all" spc="300">
                <a:highlight>
                  <a:srgbClr val="C0C0C0"/>
                </a:highlight>
              </a:rPr>
              <a:t>ding</a:t>
            </a:r>
            <a:endParaRPr lang="en-US" cap="all" spc="300" dirty="0">
              <a:highlight>
                <a:srgbClr val="C0C0C0"/>
              </a:highlight>
            </a:endParaRPr>
          </a:p>
        </p:txBody>
      </p:sp>
      <p:sp>
        <p:nvSpPr>
          <p:cNvPr id="4" name="Text Placeholder 3">
            <a:extLst>
              <a:ext uri="{FF2B5EF4-FFF2-40B4-BE49-F238E27FC236}">
                <a16:creationId xmlns:a16="http://schemas.microsoft.com/office/drawing/2014/main" id="{080E28A2-6CA0-BDC2-348F-050AF9A2B715}"/>
              </a:ext>
            </a:extLst>
          </p:cNvPr>
          <p:cNvSpPr>
            <a:spLocks noGrp="1"/>
          </p:cNvSpPr>
          <p:nvPr>
            <p:ph type="body" sz="half" idx="2"/>
          </p:nvPr>
        </p:nvSpPr>
        <p:spPr>
          <a:xfrm>
            <a:off x="1371600" y="1524086"/>
            <a:ext cx="9486901" cy="4542127"/>
          </a:xfrm>
        </p:spPr>
        <p:txBody>
          <a:bodyPr vert="horz" lIns="91440" tIns="45720" rIns="91440" bIns="45720" rtlCol="0" anchor="t">
            <a:normAutofit/>
          </a:bodyPr>
          <a:lstStyle/>
          <a:p>
            <a:r>
              <a:rPr lang="en-US" sz="1800" b="1">
                <a:latin typeface="Aptos"/>
              </a:rPr>
              <a:t>Content-Based Filtering</a:t>
            </a:r>
            <a:endParaRPr lang="en-US" sz="1800" b="1" dirty="0">
              <a:latin typeface="Aptos"/>
            </a:endParaRPr>
          </a:p>
          <a:p>
            <a:pPr>
              <a:buFont typeface="Arial" panose="020B0604020202020204" pitchFamily="34" charset="0"/>
              <a:buChar char="•"/>
            </a:pPr>
            <a:r>
              <a:rPr lang="en-US">
                <a:latin typeface="Aptos"/>
                <a:ea typeface="+mj-lt"/>
                <a:cs typeface="+mj-lt"/>
              </a:rPr>
              <a:t>Combined course-related features into a single text representation. </a:t>
            </a:r>
            <a:endParaRPr lang="en-US">
              <a:latin typeface="Aptos"/>
            </a:endParaRPr>
          </a:p>
          <a:p>
            <a:pPr>
              <a:buFont typeface="Arial" panose="020B0604020202020204" pitchFamily="34" charset="0"/>
              <a:buChar char="•"/>
            </a:pPr>
            <a:r>
              <a:rPr lang="en-US">
                <a:latin typeface="Aptos"/>
                <a:ea typeface="+mj-lt"/>
                <a:cs typeface="+mj-lt"/>
              </a:rPr>
              <a:t>Applied </a:t>
            </a:r>
            <a:r>
              <a:rPr lang="en-US" b="1">
                <a:latin typeface="Aptos"/>
                <a:ea typeface="+mj-lt"/>
                <a:cs typeface="+mj-lt"/>
              </a:rPr>
              <a:t>TF-IDF Vectorization</a:t>
            </a:r>
            <a:r>
              <a:rPr lang="en-US">
                <a:latin typeface="Aptos"/>
                <a:ea typeface="+mj-lt"/>
                <a:cs typeface="+mj-lt"/>
              </a:rPr>
              <a:t> to convert text into numerical vectors. </a:t>
            </a:r>
            <a:endParaRPr lang="en-US">
              <a:latin typeface="Aptos"/>
            </a:endParaRPr>
          </a:p>
          <a:p>
            <a:pPr>
              <a:buFont typeface="Arial" panose="020B0604020202020204" pitchFamily="34" charset="0"/>
              <a:buChar char="•"/>
            </a:pPr>
            <a:r>
              <a:rPr lang="en-US">
                <a:latin typeface="Aptos"/>
                <a:ea typeface="+mj-lt"/>
                <a:cs typeface="+mj-lt"/>
              </a:rPr>
              <a:t>Calculated </a:t>
            </a:r>
            <a:r>
              <a:rPr lang="en-US" b="1">
                <a:latin typeface="Aptos"/>
                <a:ea typeface="+mj-lt"/>
                <a:cs typeface="+mj-lt"/>
              </a:rPr>
              <a:t>Cosine Similarity</a:t>
            </a:r>
            <a:r>
              <a:rPr lang="en-US">
                <a:latin typeface="Aptos"/>
                <a:ea typeface="+mj-lt"/>
                <a:cs typeface="+mj-lt"/>
              </a:rPr>
              <a:t> between courses. </a:t>
            </a:r>
            <a:endParaRPr lang="en-US">
              <a:latin typeface="Aptos"/>
            </a:endParaRPr>
          </a:p>
          <a:p>
            <a:pPr>
              <a:buFont typeface="Arial" panose="020B0604020202020204" pitchFamily="34" charset="0"/>
              <a:buChar char="•"/>
            </a:pPr>
            <a:r>
              <a:rPr lang="en-US" b="1">
                <a:latin typeface="Aptos"/>
                <a:ea typeface="+mj-lt"/>
                <a:cs typeface="+mj-lt"/>
              </a:rPr>
              <a:t>Interpretation:</a:t>
            </a:r>
            <a:br>
              <a:rPr lang="en-US" b="1" dirty="0">
                <a:latin typeface="Aptos"/>
                <a:ea typeface="+mj-lt"/>
                <a:cs typeface="+mj-lt"/>
              </a:rPr>
            </a:br>
            <a:r>
              <a:rPr lang="en-US" b="1">
                <a:latin typeface="Aptos"/>
                <a:ea typeface="+mj-lt"/>
                <a:cs typeface="+mj-lt"/>
              </a:rPr>
              <a:t> Courses with similar content receive higher similarity scores. If a learner likes one course, the system recommends other courses with similar features.</a:t>
            </a:r>
            <a:endParaRPr lang="en-US">
              <a:latin typeface="Aptos"/>
            </a:endParaRPr>
          </a:p>
          <a:p>
            <a:endParaRPr lang="en-US">
              <a:latin typeface="Aptos"/>
            </a:endParaRPr>
          </a:p>
        </p:txBody>
      </p:sp>
      <p:pic>
        <p:nvPicPr>
          <p:cNvPr id="7" name="Picture 6" descr="A close-up of a computer screen&#10;&#10;AI-generated content may be incorrect.">
            <a:extLst>
              <a:ext uri="{FF2B5EF4-FFF2-40B4-BE49-F238E27FC236}">
                <a16:creationId xmlns:a16="http://schemas.microsoft.com/office/drawing/2014/main" id="{7CD1AFD6-AF6D-5A8E-3351-BEE3CC3CF8AE}"/>
              </a:ext>
            </a:extLst>
          </p:cNvPr>
          <p:cNvPicPr>
            <a:picLocks noChangeAspect="1"/>
          </p:cNvPicPr>
          <p:nvPr/>
        </p:nvPicPr>
        <p:blipFill>
          <a:blip r:embed="rId2"/>
          <a:stretch>
            <a:fillRect/>
          </a:stretch>
        </p:blipFill>
        <p:spPr>
          <a:xfrm>
            <a:off x="4429352" y="2546576"/>
            <a:ext cx="7077982" cy="727075"/>
          </a:xfrm>
          <a:prstGeom prst="rect">
            <a:avLst/>
          </a:prstGeom>
        </p:spPr>
      </p:pic>
      <p:pic>
        <p:nvPicPr>
          <p:cNvPr id="3" name="Picture 2" descr="A black text on a white background&#10;&#10;AI-generated content may be incorrect.">
            <a:extLst>
              <a:ext uri="{FF2B5EF4-FFF2-40B4-BE49-F238E27FC236}">
                <a16:creationId xmlns:a16="http://schemas.microsoft.com/office/drawing/2014/main" id="{82A1AA2E-F41B-26E5-84BE-9E8FCEF3A9A6}"/>
              </a:ext>
            </a:extLst>
          </p:cNvPr>
          <p:cNvPicPr>
            <a:picLocks noChangeAspect="1"/>
          </p:cNvPicPr>
          <p:nvPr/>
        </p:nvPicPr>
        <p:blipFill>
          <a:blip r:embed="rId3"/>
          <a:stretch>
            <a:fillRect/>
          </a:stretch>
        </p:blipFill>
        <p:spPr>
          <a:xfrm>
            <a:off x="1371600" y="4024212"/>
            <a:ext cx="9615714" cy="1298774"/>
          </a:xfrm>
          <a:prstGeom prst="rect">
            <a:avLst/>
          </a:prstGeom>
        </p:spPr>
      </p:pic>
    </p:spTree>
    <p:extLst>
      <p:ext uri="{BB962C8B-B14F-4D97-AF65-F5344CB8AC3E}">
        <p14:creationId xmlns:p14="http://schemas.microsoft.com/office/powerpoint/2010/main" val="36739603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44C1AC84-0346-FDCC-B34A-4CDBA128A26E}"/>
              </a:ext>
            </a:extLst>
          </p:cNvPr>
          <p:cNvSpPr>
            <a:spLocks noGrp="1"/>
          </p:cNvSpPr>
          <p:nvPr>
            <p:ph type="body" sz="half" idx="2"/>
          </p:nvPr>
        </p:nvSpPr>
        <p:spPr>
          <a:xfrm>
            <a:off x="1371600" y="972543"/>
            <a:ext cx="9486901" cy="4774356"/>
          </a:xfrm>
        </p:spPr>
        <p:txBody>
          <a:bodyPr vert="horz" lIns="91440" tIns="45720" rIns="91440" bIns="45720" rtlCol="0" anchor="t">
            <a:normAutofit/>
          </a:bodyPr>
          <a:lstStyle/>
          <a:p>
            <a:r>
              <a:rPr lang="en-US" dirty="0"/>
              <a:t> </a:t>
            </a:r>
            <a:r>
              <a:rPr lang="en-US" sz="1800" b="1">
                <a:latin typeface="Aptos"/>
              </a:rPr>
              <a:t>Collaborative Filtering</a:t>
            </a:r>
          </a:p>
          <a:p>
            <a:pPr>
              <a:buFont typeface="Arial" panose="020B0604020202020204" pitchFamily="34" charset="0"/>
              <a:buChar char="•"/>
            </a:pPr>
            <a:r>
              <a:rPr lang="en-US">
                <a:latin typeface="Aptos"/>
                <a:ea typeface="+mj-lt"/>
                <a:cs typeface="+mj-lt"/>
              </a:rPr>
              <a:t>Created a User–Course interaction matrix. </a:t>
            </a:r>
            <a:endParaRPr lang="en-US">
              <a:latin typeface="Aptos"/>
            </a:endParaRPr>
          </a:p>
          <a:p>
            <a:pPr>
              <a:buFont typeface="Arial" panose="020B0604020202020204" pitchFamily="34" charset="0"/>
              <a:buChar char="•"/>
            </a:pPr>
            <a:r>
              <a:rPr lang="en-US">
                <a:latin typeface="Aptos"/>
                <a:ea typeface="+mj-lt"/>
                <a:cs typeface="+mj-lt"/>
              </a:rPr>
              <a:t>Used the </a:t>
            </a:r>
            <a:r>
              <a:rPr lang="en-US" b="1">
                <a:latin typeface="Aptos"/>
                <a:ea typeface="+mj-lt"/>
                <a:cs typeface="+mj-lt"/>
              </a:rPr>
              <a:t>SVD (Singular Value Decomposition)</a:t>
            </a:r>
            <a:r>
              <a:rPr lang="en-US">
                <a:latin typeface="Aptos"/>
                <a:ea typeface="+mj-lt"/>
                <a:cs typeface="+mj-lt"/>
              </a:rPr>
              <a:t> algorithm from the Surprise library. </a:t>
            </a:r>
            <a:endParaRPr lang="en-US">
              <a:latin typeface="Aptos"/>
            </a:endParaRPr>
          </a:p>
          <a:p>
            <a:pPr>
              <a:buFont typeface="Arial" panose="020B0604020202020204" pitchFamily="34" charset="0"/>
              <a:buChar char="•"/>
            </a:pPr>
            <a:r>
              <a:rPr lang="en-US">
                <a:latin typeface="Aptos"/>
                <a:ea typeface="+mj-lt"/>
                <a:cs typeface="+mj-lt"/>
              </a:rPr>
              <a:t>Trained the model using user ratings. </a:t>
            </a:r>
            <a:endParaRPr lang="en-US">
              <a:latin typeface="Aptos"/>
            </a:endParaRPr>
          </a:p>
          <a:p>
            <a:pPr>
              <a:buFont typeface="Arial" panose="020B0604020202020204" pitchFamily="34" charset="0"/>
              <a:buChar char="•"/>
            </a:pPr>
            <a:r>
              <a:rPr lang="en-US" b="1">
                <a:latin typeface="Aptos"/>
                <a:ea typeface="+mj-lt"/>
                <a:cs typeface="+mj-lt"/>
              </a:rPr>
              <a:t>Interpretation:</a:t>
            </a:r>
            <a:br>
              <a:rPr lang="en-US" b="1" dirty="0">
                <a:latin typeface="Aptos"/>
                <a:ea typeface="+mj-lt"/>
                <a:cs typeface="+mj-lt"/>
              </a:rPr>
            </a:br>
            <a:r>
              <a:rPr lang="en-US" b="1">
                <a:latin typeface="Aptos"/>
                <a:ea typeface="+mj-lt"/>
                <a:cs typeface="+mj-lt"/>
              </a:rPr>
              <a:t> The model learns user preferences from historical ratings and predicts how much a user is likely to enjoy a course they have not yet taken.</a:t>
            </a:r>
            <a:endParaRPr lang="en-US">
              <a:latin typeface="Aptos"/>
            </a:endParaRPr>
          </a:p>
          <a:p>
            <a:r>
              <a:rPr lang="en-US" dirty="0">
                <a:latin typeface="Aptos"/>
              </a:rPr>
              <a:t>                                                                                                                                                                                 </a:t>
            </a:r>
          </a:p>
        </p:txBody>
      </p:sp>
      <p:pic>
        <p:nvPicPr>
          <p:cNvPr id="5" name="Picture 4" descr="A screenshot of a computer program&#10;&#10;AI-generated content may be incorrect.">
            <a:extLst>
              <a:ext uri="{FF2B5EF4-FFF2-40B4-BE49-F238E27FC236}">
                <a16:creationId xmlns:a16="http://schemas.microsoft.com/office/drawing/2014/main" id="{3B98CD0A-AABA-5B81-72E2-CB6887B00F3B}"/>
              </a:ext>
            </a:extLst>
          </p:cNvPr>
          <p:cNvPicPr>
            <a:picLocks noChangeAspect="1"/>
          </p:cNvPicPr>
          <p:nvPr/>
        </p:nvPicPr>
        <p:blipFill>
          <a:blip r:embed="rId2"/>
          <a:stretch>
            <a:fillRect/>
          </a:stretch>
        </p:blipFill>
        <p:spPr>
          <a:xfrm>
            <a:off x="1889351" y="3433536"/>
            <a:ext cx="6519183" cy="2334985"/>
          </a:xfrm>
          <a:prstGeom prst="rect">
            <a:avLst/>
          </a:prstGeom>
        </p:spPr>
      </p:pic>
      <p:graphicFrame>
        <p:nvGraphicFramePr>
          <p:cNvPr id="7" name="Table 6">
            <a:extLst>
              <a:ext uri="{FF2B5EF4-FFF2-40B4-BE49-F238E27FC236}">
                <a16:creationId xmlns:a16="http://schemas.microsoft.com/office/drawing/2014/main" id="{D74360C3-3E50-DA6D-763D-6AB5F2217F47}"/>
              </a:ext>
            </a:extLst>
          </p:cNvPr>
          <p:cNvGraphicFramePr>
            <a:graphicFrameLocks noGrp="1"/>
          </p:cNvGraphicFramePr>
          <p:nvPr>
            <p:extLst>
              <p:ext uri="{D42A27DB-BD31-4B8C-83A1-F6EECF244321}">
                <p14:modId xmlns:p14="http://schemas.microsoft.com/office/powerpoint/2010/main" val="587347474"/>
              </p:ext>
            </p:extLst>
          </p:nvPr>
        </p:nvGraphicFramePr>
        <p:xfrm>
          <a:off x="8519885" y="3338285"/>
          <a:ext cx="2843314" cy="2865120"/>
        </p:xfrm>
        <a:graphic>
          <a:graphicData uri="http://schemas.openxmlformats.org/drawingml/2006/table">
            <a:tbl>
              <a:tblPr firstRow="1" bandRow="1">
                <a:tableStyleId>{5C22544A-7EE6-4342-B048-85BDC9FD1C3A}</a:tableStyleId>
              </a:tblPr>
              <a:tblGrid>
                <a:gridCol w="2843314">
                  <a:extLst>
                    <a:ext uri="{9D8B030D-6E8A-4147-A177-3AD203B41FA5}">
                      <a16:colId xmlns:a16="http://schemas.microsoft.com/office/drawing/2014/main" val="2218064079"/>
                    </a:ext>
                  </a:extLst>
                </a:gridCol>
              </a:tblGrid>
              <a:tr h="2605479">
                <a:tc>
                  <a:txBody>
                    <a:bodyPr/>
                    <a:lstStyle/>
                    <a:p>
                      <a:pPr lvl="0">
                        <a:buNone/>
                      </a:pPr>
                      <a:r>
                        <a:rPr lang="en-US" sz="1400" b="0" i="0" u="none" strike="noStrike" noProof="0" dirty="0">
                          <a:solidFill>
                            <a:schemeClr val="tx1"/>
                          </a:solidFill>
                          <a:highlight>
                            <a:srgbClr val="FFFFFF"/>
                          </a:highlight>
                          <a:latin typeface="Consolas"/>
                        </a:rPr>
                        <a:t>CF scores ready for 9998 courses.
</a:t>
                      </a:r>
                      <a:r>
                        <a:rPr lang="en-US" sz="1400" b="0" i="0" u="none" strike="noStrike" noProof="0">
                          <a:solidFill>
                            <a:schemeClr val="tx1"/>
                          </a:solidFill>
                          <a:highlight>
                            <a:srgbClr val="FFFFFF"/>
                          </a:highlight>
                          <a:latin typeface="Consolas"/>
                        </a:rPr>
                        <a:t>Top 5 by CF score: [(8086, np.float64(4.57618773702952)), (8646, np.float64(4.570237453668733)), (6014, np.float64(4.558036832571766)), (2930, np.float64(4.54738131587234)), (3861, np.float64(4.541719628939642))]</a:t>
                      </a:r>
                      <a:endParaRPr lang="en-US" sz="1400"/>
                    </a:p>
                  </a:txBody>
                  <a:tcPr>
                    <a:solidFill>
                      <a:schemeClr val="bg1">
                        <a:lumMod val="85000"/>
                      </a:schemeClr>
                    </a:solidFill>
                  </a:tcPr>
                </a:tc>
                <a:extLst>
                  <a:ext uri="{0D108BD9-81ED-4DB2-BD59-A6C34878D82A}">
                    <a16:rowId xmlns:a16="http://schemas.microsoft.com/office/drawing/2014/main" val="2981366401"/>
                  </a:ext>
                </a:extLst>
              </a:tr>
            </a:tbl>
          </a:graphicData>
        </a:graphic>
      </p:graphicFrame>
    </p:spTree>
    <p:extLst>
      <p:ext uri="{BB962C8B-B14F-4D97-AF65-F5344CB8AC3E}">
        <p14:creationId xmlns:p14="http://schemas.microsoft.com/office/powerpoint/2010/main" val="1265329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AB9D34F2-A8CF-B2AF-AC28-78DEE802D02D}"/>
              </a:ext>
            </a:extLst>
          </p:cNvPr>
          <p:cNvSpPr>
            <a:spLocks noGrp="1"/>
          </p:cNvSpPr>
          <p:nvPr>
            <p:ph type="body" sz="half" idx="2"/>
          </p:nvPr>
        </p:nvSpPr>
        <p:spPr>
          <a:xfrm>
            <a:off x="1371600" y="899972"/>
            <a:ext cx="9486901" cy="5115441"/>
          </a:xfrm>
        </p:spPr>
        <p:txBody>
          <a:bodyPr vert="horz" lIns="91440" tIns="45720" rIns="91440" bIns="45720" rtlCol="0" anchor="t">
            <a:normAutofit/>
          </a:bodyPr>
          <a:lstStyle/>
          <a:p>
            <a:r>
              <a:rPr lang="en-US" sz="1800" b="1">
                <a:latin typeface="Aptos"/>
              </a:rPr>
              <a:t>Hybrid Recommendation Model</a:t>
            </a:r>
          </a:p>
          <a:p>
            <a:r>
              <a:rPr lang="en-US" sz="1800" b="1" dirty="0">
                <a:latin typeface="Aptos"/>
                <a:ea typeface="+mj-lt"/>
                <a:cs typeface="+mj-lt"/>
              </a:rPr>
              <a:t>               </a:t>
            </a:r>
            <a:r>
              <a:rPr lang="en-US" sz="1800">
                <a:ea typeface="+mj-lt"/>
                <a:cs typeface="+mj-lt"/>
              </a:rPr>
              <a:t>The Hybrid Model combines both approaches for better accuracy.</a:t>
            </a:r>
            <a:endParaRPr lang="en-US" sz="1800" b="1" dirty="0">
              <a:latin typeface="Aptos"/>
              <a:ea typeface="+mj-lt"/>
              <a:cs typeface="+mj-lt"/>
            </a:endParaRPr>
          </a:p>
          <a:p>
            <a:pPr>
              <a:buFont typeface="Arial" panose="020B0604020202020204" pitchFamily="34" charset="0"/>
              <a:buChar char="•"/>
            </a:pPr>
            <a:r>
              <a:rPr lang="en-US">
                <a:latin typeface="Aptos"/>
                <a:ea typeface="+mj-lt"/>
                <a:cs typeface="+mj-lt"/>
              </a:rPr>
              <a:t>The final recommendation score is calculated as:</a:t>
            </a:r>
            <a:endParaRPr lang="en-US">
              <a:latin typeface="Aptos"/>
            </a:endParaRPr>
          </a:p>
          <a:p>
            <a:pPr>
              <a:buFont typeface="Arial" panose="020B0604020202020204" pitchFamily="34" charset="0"/>
              <a:buChar char="•"/>
            </a:pPr>
            <a:r>
              <a:rPr lang="en-US">
                <a:latin typeface="Aptos"/>
                <a:ea typeface="+mj-lt"/>
                <a:cs typeface="+mj-lt"/>
              </a:rPr>
              <a:t>Final Score=α×Content Score+(1−α)×Collaborative Score\text{Final Score} = \alpha \times \text{Content Score} + (1-\alpha) \times \text{Collaborative Score}Final Score=α×Content Score+(1−α)×Collaborative Score </a:t>
            </a:r>
            <a:endParaRPr lang="en-US">
              <a:latin typeface="Aptos"/>
            </a:endParaRPr>
          </a:p>
          <a:p>
            <a:pPr>
              <a:buFont typeface="Arial" panose="020B0604020202020204" pitchFamily="34" charset="0"/>
              <a:buChar char="•"/>
            </a:pPr>
            <a:r>
              <a:rPr lang="en-US">
                <a:latin typeface="Aptos"/>
                <a:ea typeface="+mj-lt"/>
                <a:cs typeface="+mj-lt"/>
              </a:rPr>
              <a:t>where:</a:t>
            </a:r>
            <a:endParaRPr lang="en-US">
              <a:latin typeface="Aptos"/>
            </a:endParaRPr>
          </a:p>
          <a:p>
            <a:pPr>
              <a:buFont typeface="Arial" panose="020B0604020202020204" pitchFamily="34" charset="0"/>
              <a:buChar char="•"/>
            </a:pPr>
            <a:r>
              <a:rPr lang="en-US" b="1">
                <a:latin typeface="Aptos"/>
                <a:ea typeface="+mj-lt"/>
                <a:cs typeface="+mj-lt"/>
              </a:rPr>
              <a:t>α</a:t>
            </a:r>
            <a:r>
              <a:rPr lang="en-US">
                <a:latin typeface="Aptos"/>
                <a:ea typeface="+mj-lt"/>
                <a:cs typeface="+mj-lt"/>
              </a:rPr>
              <a:t> = Weight assigned to the Content-Based model </a:t>
            </a:r>
            <a:endParaRPr lang="en-US">
              <a:latin typeface="Aptos"/>
            </a:endParaRPr>
          </a:p>
          <a:p>
            <a:pPr>
              <a:buFont typeface="Arial" panose="020B0604020202020204" pitchFamily="34" charset="0"/>
              <a:buChar char="•"/>
            </a:pPr>
            <a:r>
              <a:rPr lang="en-US" b="1">
                <a:latin typeface="Aptos"/>
                <a:ea typeface="+mj-lt"/>
                <a:cs typeface="+mj-lt"/>
              </a:rPr>
              <a:t>1 − α</a:t>
            </a:r>
            <a:r>
              <a:rPr lang="en-US">
                <a:latin typeface="Aptos"/>
                <a:ea typeface="+mj-lt"/>
                <a:cs typeface="+mj-lt"/>
              </a:rPr>
              <a:t> = Weight assigned to the Collaborative Filtering model </a:t>
            </a:r>
            <a:endParaRPr lang="en-US">
              <a:latin typeface="Aptos"/>
            </a:endParaRPr>
          </a:p>
          <a:p>
            <a:pPr>
              <a:buFont typeface="Arial" panose="020B0604020202020204" pitchFamily="34" charset="0"/>
              <a:buChar char="•"/>
            </a:pPr>
            <a:r>
              <a:rPr lang="en-US">
                <a:latin typeface="Aptos"/>
                <a:ea typeface="+mj-lt"/>
                <a:cs typeface="+mj-lt"/>
              </a:rPr>
              <a:t>For new users with limited history, the system increases the content-based weight to overcome the cold-start problem.</a:t>
            </a:r>
            <a:endParaRPr lang="en-US">
              <a:latin typeface="Aptos"/>
            </a:endParaRPr>
          </a:p>
          <a:p>
            <a:pPr marL="285750" indent="-285750">
              <a:buFont typeface="Arial" panose="020B0604020202020204" pitchFamily="34" charset="0"/>
              <a:buChar char="•"/>
            </a:pPr>
            <a:r>
              <a:rPr lang="en-US" b="1">
                <a:latin typeface="Aptos"/>
                <a:ea typeface="+mj-lt"/>
                <a:cs typeface="+mj-lt"/>
              </a:rPr>
              <a:t>Interpretation:</a:t>
            </a:r>
            <a:br>
              <a:rPr lang="en-US" b="1" dirty="0">
                <a:latin typeface="Aptos"/>
                <a:ea typeface="+mj-lt"/>
                <a:cs typeface="+mj-lt"/>
              </a:rPr>
            </a:br>
            <a:r>
              <a:rPr lang="en-US" b="1">
                <a:latin typeface="Aptos"/>
                <a:ea typeface="+mj-lt"/>
                <a:cs typeface="+mj-lt"/>
              </a:rPr>
              <a:t> The hybrid approach combines the strengths of both methods, resulting in more accurate and personalized recommendations.</a:t>
            </a:r>
            <a:endParaRPr lang="en-US">
              <a:latin typeface="Aptos"/>
            </a:endParaRPr>
          </a:p>
          <a:p>
            <a:pPr indent="-228600">
              <a:buFont typeface="Arial" panose="020B0604020202020204" pitchFamily="34" charset="0"/>
              <a:buChar char="•"/>
            </a:pPr>
            <a:endParaRPr lang="en-US" dirty="0"/>
          </a:p>
        </p:txBody>
      </p:sp>
    </p:spTree>
    <p:extLst>
      <p:ext uri="{BB962C8B-B14F-4D97-AF65-F5344CB8AC3E}">
        <p14:creationId xmlns:p14="http://schemas.microsoft.com/office/powerpoint/2010/main" val="3442195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B650EE-23E3-8E75-2B9E-7F76994930D1}"/>
              </a:ext>
            </a:extLst>
          </p:cNvPr>
          <p:cNvSpPr>
            <a:spLocks noGrp="1"/>
          </p:cNvSpPr>
          <p:nvPr>
            <p:ph type="title"/>
          </p:nvPr>
        </p:nvSpPr>
        <p:spPr>
          <a:xfrm>
            <a:off x="1371599" y="1010097"/>
            <a:ext cx="9486901" cy="509346"/>
          </a:xfrm>
        </p:spPr>
        <p:txBody>
          <a:bodyPr vert="horz" lIns="91440" tIns="45720" rIns="91440" bIns="45720" rtlCol="0" anchor="b">
            <a:normAutofit fontScale="90000"/>
          </a:bodyPr>
          <a:lstStyle/>
          <a:p>
            <a:pPr algn="ctr"/>
            <a:r>
              <a:rPr lang="en-US" cap="all" spc="300" dirty="0">
                <a:highlight>
                  <a:srgbClr val="C0C0C0"/>
                </a:highlight>
              </a:rPr>
              <a:t>Model </a:t>
            </a:r>
            <a:r>
              <a:rPr lang="en-US" cap="all" spc="300">
                <a:highlight>
                  <a:srgbClr val="C0C0C0"/>
                </a:highlight>
              </a:rPr>
              <a:t>evaluation</a:t>
            </a:r>
            <a:endParaRPr lang="en-US" cap="all" spc="300" dirty="0">
              <a:highlight>
                <a:srgbClr val="C0C0C0"/>
              </a:highlight>
            </a:endParaRPr>
          </a:p>
        </p:txBody>
      </p:sp>
      <p:sp>
        <p:nvSpPr>
          <p:cNvPr id="4" name="Text Placeholder 3">
            <a:extLst>
              <a:ext uri="{FF2B5EF4-FFF2-40B4-BE49-F238E27FC236}">
                <a16:creationId xmlns:a16="http://schemas.microsoft.com/office/drawing/2014/main" id="{08EEC0F8-F97B-E5EA-AA85-BAFA68125F2F}"/>
              </a:ext>
            </a:extLst>
          </p:cNvPr>
          <p:cNvSpPr>
            <a:spLocks noGrp="1"/>
          </p:cNvSpPr>
          <p:nvPr>
            <p:ph type="body" sz="half" idx="2"/>
          </p:nvPr>
        </p:nvSpPr>
        <p:spPr>
          <a:xfrm>
            <a:off x="1371600" y="1705514"/>
            <a:ext cx="9486901" cy="4324413"/>
          </a:xfrm>
        </p:spPr>
        <p:txBody>
          <a:bodyPr vert="horz" lIns="91440" tIns="45720" rIns="91440" bIns="45720" rtlCol="0" anchor="t">
            <a:normAutofit/>
          </a:bodyPr>
          <a:lstStyle/>
          <a:p>
            <a:pPr>
              <a:buFont typeface="Arial" panose="020B0604020202020204" pitchFamily="34" charset="0"/>
              <a:buChar char="•"/>
            </a:pPr>
            <a:r>
              <a:rPr lang="en-US" dirty="0">
                <a:ea typeface="+mj-lt"/>
                <a:cs typeface="+mj-lt"/>
              </a:rPr>
              <a:t> </a:t>
            </a:r>
            <a:endParaRPr lang="en-US" dirty="0"/>
          </a:p>
        </p:txBody>
      </p:sp>
      <p:pic>
        <p:nvPicPr>
          <p:cNvPr id="5" name="Picture 4" descr="A screenshot of a computer&#10;&#10;AI-generated content may be incorrect.">
            <a:extLst>
              <a:ext uri="{FF2B5EF4-FFF2-40B4-BE49-F238E27FC236}">
                <a16:creationId xmlns:a16="http://schemas.microsoft.com/office/drawing/2014/main" id="{58075F80-3CF0-FB67-406F-4EA3A8AD2D48}"/>
              </a:ext>
            </a:extLst>
          </p:cNvPr>
          <p:cNvPicPr>
            <a:picLocks noChangeAspect="1"/>
          </p:cNvPicPr>
          <p:nvPr/>
        </p:nvPicPr>
        <p:blipFill>
          <a:blip r:embed="rId2"/>
          <a:stretch>
            <a:fillRect/>
          </a:stretch>
        </p:blipFill>
        <p:spPr>
          <a:xfrm>
            <a:off x="5461000" y="1521731"/>
            <a:ext cx="3802744" cy="2740480"/>
          </a:xfrm>
          <a:prstGeom prst="rect">
            <a:avLst/>
          </a:prstGeom>
        </p:spPr>
      </p:pic>
      <p:graphicFrame>
        <p:nvGraphicFramePr>
          <p:cNvPr id="6" name="Table 5">
            <a:extLst>
              <a:ext uri="{FF2B5EF4-FFF2-40B4-BE49-F238E27FC236}">
                <a16:creationId xmlns:a16="http://schemas.microsoft.com/office/drawing/2014/main" id="{6E838DA9-3EBB-CE19-EAD3-EA0EBB7EA552}"/>
              </a:ext>
            </a:extLst>
          </p:cNvPr>
          <p:cNvGraphicFramePr>
            <a:graphicFrameLocks noGrp="1"/>
          </p:cNvGraphicFramePr>
          <p:nvPr>
            <p:extLst>
              <p:ext uri="{D42A27DB-BD31-4B8C-83A1-F6EECF244321}">
                <p14:modId xmlns:p14="http://schemas.microsoft.com/office/powerpoint/2010/main" val="1619301994"/>
              </p:ext>
            </p:extLst>
          </p:nvPr>
        </p:nvGraphicFramePr>
        <p:xfrm>
          <a:off x="836023" y="1520662"/>
          <a:ext cx="4314823" cy="4480560"/>
        </p:xfrm>
        <a:graphic>
          <a:graphicData uri="http://schemas.openxmlformats.org/drawingml/2006/table">
            <a:tbl>
              <a:tblPr firstRow="1" bandRow="1">
                <a:tableStyleId>{5C22544A-7EE6-4342-B048-85BDC9FD1C3A}</a:tableStyleId>
              </a:tblPr>
              <a:tblGrid>
                <a:gridCol w="4314823">
                  <a:extLst>
                    <a:ext uri="{9D8B030D-6E8A-4147-A177-3AD203B41FA5}">
                      <a16:colId xmlns:a16="http://schemas.microsoft.com/office/drawing/2014/main" val="4013972010"/>
                    </a:ext>
                  </a:extLst>
                </a:gridCol>
              </a:tblGrid>
              <a:tr h="3327236">
                <a:tc>
                  <a:txBody>
                    <a:bodyPr/>
                    <a:lstStyle/>
                    <a:p>
                      <a:pPr marL="285750" lvl="0" indent="-285750" algn="l">
                        <a:lnSpc>
                          <a:spcPct val="100000"/>
                        </a:lnSpc>
                        <a:spcBef>
                          <a:spcPts val="0"/>
                        </a:spcBef>
                        <a:spcAft>
                          <a:spcPts val="0"/>
                        </a:spcAft>
                        <a:buFont typeface="Arial"/>
                        <a:buChar char="•"/>
                      </a:pPr>
                      <a:r>
                        <a:rPr lang="en-US" sz="1800" b="0" i="0" u="none" strike="noStrike" noProof="0">
                          <a:solidFill>
                            <a:schemeClr val="tx1"/>
                          </a:solidFill>
                          <a:latin typeface="Gill Sans MT"/>
                        </a:rPr>
                        <a:t>The collaborative filtering model was evaluated using RMSE and MAE to measure prediction accuracy. </a:t>
                      </a:r>
                      <a:endParaRPr lang="en-US">
                        <a:solidFill>
                          <a:schemeClr val="tx1"/>
                        </a:solidFill>
                      </a:endParaRPr>
                    </a:p>
                    <a:p>
                      <a:pPr marL="285750" lvl="0" indent="-285750" algn="l">
                        <a:lnSpc>
                          <a:spcPct val="100000"/>
                        </a:lnSpc>
                        <a:spcBef>
                          <a:spcPts val="0"/>
                        </a:spcBef>
                        <a:spcAft>
                          <a:spcPts val="0"/>
                        </a:spcAft>
                        <a:buFont typeface="Arial"/>
                        <a:buChar char="•"/>
                      </a:pPr>
                      <a:r>
                        <a:rPr lang="en-US" sz="1800" b="0" i="0" u="none" strike="noStrike" noProof="0">
                          <a:solidFill>
                            <a:schemeClr val="tx1"/>
                          </a:solidFill>
                          <a:latin typeface="Gill Sans MT"/>
                        </a:rPr>
                        <a:t>Lower values of both metrics indicate that the predicted ratings are close to the actual user ratings. </a:t>
                      </a:r>
                      <a:endParaRPr lang="en-US">
                        <a:solidFill>
                          <a:schemeClr val="tx1"/>
                        </a:solidFill>
                      </a:endParaRPr>
                    </a:p>
                    <a:p>
                      <a:pPr marL="285750" lvl="0" indent="-285750" algn="l">
                        <a:lnSpc>
                          <a:spcPct val="100000"/>
                        </a:lnSpc>
                        <a:spcBef>
                          <a:spcPts val="0"/>
                        </a:spcBef>
                        <a:spcAft>
                          <a:spcPts val="0"/>
                        </a:spcAft>
                        <a:buFont typeface="Arial"/>
                        <a:buChar char="•"/>
                      </a:pPr>
                      <a:r>
                        <a:rPr lang="en-US" sz="1800" b="0" i="0" u="none" strike="noStrike" noProof="0">
                          <a:solidFill>
                            <a:schemeClr val="tx1"/>
                          </a:solidFill>
                          <a:latin typeface="Gill Sans MT"/>
                        </a:rPr>
                        <a:t>The hybrid recommendation system combines collaborative filtering with content-based filtering, helping improve personalization while also addressing the cold-start problem. </a:t>
                      </a:r>
                      <a:endParaRPr lang="en-US">
                        <a:solidFill>
                          <a:schemeClr val="tx1"/>
                        </a:solidFill>
                      </a:endParaRPr>
                    </a:p>
                    <a:p>
                      <a:pPr marL="285750" lvl="0" indent="-285750" algn="l">
                        <a:lnSpc>
                          <a:spcPct val="100000"/>
                        </a:lnSpc>
                        <a:spcBef>
                          <a:spcPts val="0"/>
                        </a:spcBef>
                        <a:spcAft>
                          <a:spcPts val="0"/>
                        </a:spcAft>
                        <a:buFont typeface="Arial"/>
                        <a:buChar char="•"/>
                      </a:pPr>
                      <a:r>
                        <a:rPr lang="en-US" sz="1800" b="0" i="0" u="none" strike="noStrike" noProof="0">
                          <a:solidFill>
                            <a:schemeClr val="tx1"/>
                          </a:solidFill>
                          <a:latin typeface="Gill Sans MT"/>
                        </a:rPr>
                        <a:t>Overall, the evaluation shows that the recommendation system can generate reliable and relevant course suggestions for users. </a:t>
                      </a:r>
                      <a:endParaRPr lang="en-US">
                        <a:solidFill>
                          <a:schemeClr val="tx1"/>
                        </a:solidFill>
                      </a:endParaRPr>
                    </a:p>
                    <a:p>
                      <a:pPr lvl="0">
                        <a:buNone/>
                      </a:pPr>
                      <a:endParaRPr lang="en-US" dirty="0"/>
                    </a:p>
                  </a:txBody>
                  <a:tcPr>
                    <a:solidFill>
                      <a:schemeClr val="bg1">
                        <a:lumMod val="85000"/>
                      </a:schemeClr>
                    </a:solidFill>
                  </a:tcPr>
                </a:tc>
                <a:extLst>
                  <a:ext uri="{0D108BD9-81ED-4DB2-BD59-A6C34878D82A}">
                    <a16:rowId xmlns:a16="http://schemas.microsoft.com/office/drawing/2014/main" val="65872348"/>
                  </a:ext>
                </a:extLst>
              </a:tr>
            </a:tbl>
          </a:graphicData>
        </a:graphic>
      </p:graphicFrame>
      <p:pic>
        <p:nvPicPr>
          <p:cNvPr id="7" name="Picture 6" descr="A black text on a white background&#10;&#10;AI-generated content may be incorrect.">
            <a:extLst>
              <a:ext uri="{FF2B5EF4-FFF2-40B4-BE49-F238E27FC236}">
                <a16:creationId xmlns:a16="http://schemas.microsoft.com/office/drawing/2014/main" id="{6907EA00-A6F0-A3D5-C7BA-64B3A0C0CB77}"/>
              </a:ext>
            </a:extLst>
          </p:cNvPr>
          <p:cNvPicPr>
            <a:picLocks noChangeAspect="1"/>
          </p:cNvPicPr>
          <p:nvPr/>
        </p:nvPicPr>
        <p:blipFill>
          <a:blip r:embed="rId3"/>
          <a:stretch>
            <a:fillRect/>
          </a:stretch>
        </p:blipFill>
        <p:spPr>
          <a:xfrm>
            <a:off x="6097361" y="4970009"/>
            <a:ext cx="5353050" cy="619125"/>
          </a:xfrm>
          <a:prstGeom prst="rect">
            <a:avLst/>
          </a:prstGeom>
        </p:spPr>
      </p:pic>
    </p:spTree>
    <p:extLst>
      <p:ext uri="{BB962C8B-B14F-4D97-AF65-F5344CB8AC3E}">
        <p14:creationId xmlns:p14="http://schemas.microsoft.com/office/powerpoint/2010/main" val="2940063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2060D9-970F-D4A1-3B1A-ED04DF227A5C}"/>
              </a:ext>
            </a:extLst>
          </p:cNvPr>
          <p:cNvSpPr>
            <a:spLocks noGrp="1"/>
          </p:cNvSpPr>
          <p:nvPr>
            <p:ph type="title"/>
          </p:nvPr>
        </p:nvSpPr>
        <p:spPr>
          <a:xfrm>
            <a:off x="1371599" y="886726"/>
            <a:ext cx="9486901" cy="632717"/>
          </a:xfrm>
        </p:spPr>
        <p:txBody>
          <a:bodyPr vert="horz" lIns="91440" tIns="45720" rIns="91440" bIns="45720" rtlCol="0" anchor="b">
            <a:normAutofit/>
          </a:bodyPr>
          <a:lstStyle/>
          <a:p>
            <a:pPr algn="ctr"/>
            <a:r>
              <a:rPr lang="en-US" cap="all" spc="300" dirty="0">
                <a:highlight>
                  <a:srgbClr val="C0C0C0"/>
                </a:highlight>
              </a:rPr>
              <a:t>Model deployment ar</a:t>
            </a:r>
            <a:r>
              <a:rPr lang="en-US" cap="all" spc="300">
                <a:highlight>
                  <a:srgbClr val="C0C0C0"/>
                </a:highlight>
              </a:rPr>
              <a:t>chitecture</a:t>
            </a:r>
            <a:endParaRPr lang="en-US" cap="all" spc="300" dirty="0">
              <a:highlight>
                <a:srgbClr val="C0C0C0"/>
              </a:highlight>
            </a:endParaRPr>
          </a:p>
        </p:txBody>
      </p:sp>
      <p:sp>
        <p:nvSpPr>
          <p:cNvPr id="4" name="Text Placeholder 3">
            <a:extLst>
              <a:ext uri="{FF2B5EF4-FFF2-40B4-BE49-F238E27FC236}">
                <a16:creationId xmlns:a16="http://schemas.microsoft.com/office/drawing/2014/main" id="{0835230D-70F0-191C-FFD0-815B022CB8BE}"/>
              </a:ext>
            </a:extLst>
          </p:cNvPr>
          <p:cNvSpPr>
            <a:spLocks noGrp="1"/>
          </p:cNvSpPr>
          <p:nvPr>
            <p:ph type="body" sz="half" idx="2"/>
          </p:nvPr>
        </p:nvSpPr>
        <p:spPr>
          <a:xfrm>
            <a:off x="1364343" y="1509572"/>
            <a:ext cx="9595758" cy="4556641"/>
          </a:xfrm>
        </p:spPr>
        <p:txBody>
          <a:bodyPr vert="horz" lIns="91440" tIns="45720" rIns="91440" bIns="45720" rtlCol="0" anchor="t">
            <a:normAutofit/>
          </a:bodyPr>
          <a:lstStyle/>
          <a:p>
            <a:r>
              <a:rPr lang="en-US" sz="1200" dirty="0">
                <a:solidFill>
                  <a:srgbClr val="222222"/>
                </a:solidFill>
                <a:highlight>
                  <a:srgbClr val="FFFFFF"/>
                </a:highlight>
                <a:latin typeface="Arial"/>
                <a:cs typeface="Arial"/>
              </a:rPr>
              <a:t>                 </a:t>
            </a:r>
          </a:p>
        </p:txBody>
      </p:sp>
      <p:pic>
        <p:nvPicPr>
          <p:cNvPr id="5" name="Picture 4" descr="A screenshot of a computer&#10;&#10;AI-generated content may be incorrect.">
            <a:extLst>
              <a:ext uri="{FF2B5EF4-FFF2-40B4-BE49-F238E27FC236}">
                <a16:creationId xmlns:a16="http://schemas.microsoft.com/office/drawing/2014/main" id="{15639866-46A0-4027-7838-ABF38E1D427A}"/>
              </a:ext>
            </a:extLst>
          </p:cNvPr>
          <p:cNvPicPr>
            <a:picLocks noChangeAspect="1"/>
          </p:cNvPicPr>
          <p:nvPr/>
        </p:nvPicPr>
        <p:blipFill>
          <a:blip r:embed="rId2"/>
          <a:srcRect l="8451" t="-80" r="-156" b="-142"/>
          <a:stretch>
            <a:fillRect/>
          </a:stretch>
        </p:blipFill>
        <p:spPr>
          <a:xfrm>
            <a:off x="1497919" y="1506099"/>
            <a:ext cx="3753192" cy="449489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E0C72ED3-4E98-CE0C-AF06-6B2B94616E9D}"/>
              </a:ext>
            </a:extLst>
          </p:cNvPr>
          <p:cNvPicPr>
            <a:picLocks noChangeAspect="1"/>
          </p:cNvPicPr>
          <p:nvPr/>
        </p:nvPicPr>
        <p:blipFill>
          <a:blip r:embed="rId3"/>
          <a:stretch>
            <a:fillRect/>
          </a:stretch>
        </p:blipFill>
        <p:spPr>
          <a:xfrm>
            <a:off x="6300333" y="2813277"/>
            <a:ext cx="4410075" cy="3190875"/>
          </a:xfrm>
          <a:prstGeom prst="rect">
            <a:avLst/>
          </a:prstGeom>
        </p:spPr>
      </p:pic>
      <mc:AlternateContent xmlns:mc="http://schemas.openxmlformats.org/markup-compatibility/2006" xmlns:p14="http://schemas.microsoft.com/office/powerpoint/2010/main">
        <mc:Choice Requires="p14">
          <p:contentPart p14:bwMode="auto" r:id="rId4">
            <p14:nvContentPartPr>
              <p14:cNvPr id="27" name="Ink 26">
                <a:extLst>
                  <a:ext uri="{FF2B5EF4-FFF2-40B4-BE49-F238E27FC236}">
                    <a16:creationId xmlns:a16="http://schemas.microsoft.com/office/drawing/2014/main" id="{BE8FC201-BD64-84C7-D33D-2CBB4FAF351D}"/>
                  </a:ext>
                </a:extLst>
              </p14:cNvPr>
              <p14:cNvContentPartPr/>
              <p14:nvPr/>
            </p14:nvContentPartPr>
            <p14:xfrm>
              <a:off x="5180975" y="5365230"/>
              <a:ext cx="15614" cy="15614"/>
            </p14:xfrm>
          </p:contentPart>
        </mc:Choice>
        <mc:Fallback xmlns="">
          <p:pic>
            <p:nvPicPr>
              <p:cNvPr id="27" name="Ink 26">
                <a:extLst>
                  <a:ext uri="{FF2B5EF4-FFF2-40B4-BE49-F238E27FC236}">
                    <a16:creationId xmlns:a16="http://schemas.microsoft.com/office/drawing/2014/main" id="{BE8FC201-BD64-84C7-D33D-2CBB4FAF351D}"/>
                  </a:ext>
                </a:extLst>
              </p:cNvPr>
              <p:cNvPicPr/>
              <p:nvPr/>
            </p:nvPicPr>
            <p:blipFill>
              <a:blip r:embed="rId5"/>
              <a:stretch>
                <a:fillRect/>
              </a:stretch>
            </p:blipFill>
            <p:spPr>
              <a:xfrm>
                <a:off x="4400275" y="4584530"/>
                <a:ext cx="1561400" cy="1561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5" name="Ink 34">
                <a:extLst>
                  <a:ext uri="{FF2B5EF4-FFF2-40B4-BE49-F238E27FC236}">
                    <a16:creationId xmlns:a16="http://schemas.microsoft.com/office/drawing/2014/main" id="{2B03473B-A409-9294-8EB2-D5C26039C33F}"/>
                  </a:ext>
                </a:extLst>
              </p14:cNvPr>
              <p14:cNvContentPartPr/>
              <p14:nvPr/>
            </p14:nvContentPartPr>
            <p14:xfrm>
              <a:off x="6467631" y="2266718"/>
              <a:ext cx="660653" cy="15614"/>
            </p14:xfrm>
          </p:contentPart>
        </mc:Choice>
        <mc:Fallback xmlns="">
          <p:pic>
            <p:nvPicPr>
              <p:cNvPr id="35" name="Ink 34">
                <a:extLst>
                  <a:ext uri="{FF2B5EF4-FFF2-40B4-BE49-F238E27FC236}">
                    <a16:creationId xmlns:a16="http://schemas.microsoft.com/office/drawing/2014/main" id="{2B03473B-A409-9294-8EB2-D5C26039C33F}"/>
                  </a:ext>
                </a:extLst>
              </p:cNvPr>
              <p:cNvPicPr/>
              <p:nvPr/>
            </p:nvPicPr>
            <p:blipFill>
              <a:blip r:embed="rId7"/>
              <a:stretch>
                <a:fillRect/>
              </a:stretch>
            </p:blipFill>
            <p:spPr>
              <a:xfrm>
                <a:off x="6449999" y="2246040"/>
                <a:ext cx="696276" cy="5739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38" name="Ink 37">
                <a:extLst>
                  <a:ext uri="{FF2B5EF4-FFF2-40B4-BE49-F238E27FC236}">
                    <a16:creationId xmlns:a16="http://schemas.microsoft.com/office/drawing/2014/main" id="{1C21AD55-FF80-CB2C-BFA4-4987A93B9A15}"/>
                  </a:ext>
                </a:extLst>
              </p14:cNvPr>
              <p14:cNvContentPartPr/>
              <p14:nvPr/>
            </p14:nvContentPartPr>
            <p14:xfrm>
              <a:off x="7142188" y="2216570"/>
              <a:ext cx="623201" cy="50691"/>
            </p14:xfrm>
          </p:contentPart>
        </mc:Choice>
        <mc:Fallback xmlns="">
          <p:pic>
            <p:nvPicPr>
              <p:cNvPr id="38" name="Ink 37">
                <a:extLst>
                  <a:ext uri="{FF2B5EF4-FFF2-40B4-BE49-F238E27FC236}">
                    <a16:creationId xmlns:a16="http://schemas.microsoft.com/office/drawing/2014/main" id="{1C21AD55-FF80-CB2C-BFA4-4987A93B9A15}"/>
                  </a:ext>
                </a:extLst>
              </p:cNvPr>
              <p:cNvPicPr/>
              <p:nvPr/>
            </p:nvPicPr>
            <p:blipFill>
              <a:blip r:embed="rId9"/>
              <a:stretch>
                <a:fillRect/>
              </a:stretch>
            </p:blipFill>
            <p:spPr>
              <a:xfrm>
                <a:off x="7124557" y="2199078"/>
                <a:ext cx="658823" cy="86032"/>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42" name="Ink 41">
                <a:extLst>
                  <a:ext uri="{FF2B5EF4-FFF2-40B4-BE49-F238E27FC236}">
                    <a16:creationId xmlns:a16="http://schemas.microsoft.com/office/drawing/2014/main" id="{94888EDB-C8DB-9289-F1F6-2B10F744F159}"/>
                  </a:ext>
                </a:extLst>
              </p14:cNvPr>
              <p14:cNvContentPartPr/>
              <p14:nvPr/>
            </p14:nvContentPartPr>
            <p14:xfrm>
              <a:off x="7779270" y="2179304"/>
              <a:ext cx="689548" cy="598732"/>
            </p14:xfrm>
          </p:contentPart>
        </mc:Choice>
        <mc:Fallback xmlns="">
          <p:pic>
            <p:nvPicPr>
              <p:cNvPr id="42" name="Ink 41">
                <a:extLst>
                  <a:ext uri="{FF2B5EF4-FFF2-40B4-BE49-F238E27FC236}">
                    <a16:creationId xmlns:a16="http://schemas.microsoft.com/office/drawing/2014/main" id="{94888EDB-C8DB-9289-F1F6-2B10F744F159}"/>
                  </a:ext>
                </a:extLst>
              </p:cNvPr>
              <p:cNvPicPr/>
              <p:nvPr/>
            </p:nvPicPr>
            <p:blipFill>
              <a:blip r:embed="rId11"/>
              <a:stretch>
                <a:fillRect/>
              </a:stretch>
            </p:blipFill>
            <p:spPr>
              <a:xfrm>
                <a:off x="7761276" y="2161313"/>
                <a:ext cx="725177" cy="63435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5" name="Ink 44">
                <a:extLst>
                  <a:ext uri="{FF2B5EF4-FFF2-40B4-BE49-F238E27FC236}">
                    <a16:creationId xmlns:a16="http://schemas.microsoft.com/office/drawing/2014/main" id="{5991975E-DE1A-F51F-C523-7A57B41B6F9C}"/>
                  </a:ext>
                </a:extLst>
              </p14:cNvPr>
              <p14:cNvContentPartPr/>
              <p14:nvPr/>
            </p14:nvContentPartPr>
            <p14:xfrm>
              <a:off x="5106025" y="5389669"/>
              <a:ext cx="1010446" cy="38020"/>
            </p14:xfrm>
          </p:contentPart>
        </mc:Choice>
        <mc:Fallback xmlns="">
          <p:pic>
            <p:nvPicPr>
              <p:cNvPr id="45" name="Ink 44">
                <a:extLst>
                  <a:ext uri="{FF2B5EF4-FFF2-40B4-BE49-F238E27FC236}">
                    <a16:creationId xmlns:a16="http://schemas.microsoft.com/office/drawing/2014/main" id="{5991975E-DE1A-F51F-C523-7A57B41B6F9C}"/>
                  </a:ext>
                </a:extLst>
              </p:cNvPr>
              <p:cNvPicPr/>
              <p:nvPr/>
            </p:nvPicPr>
            <p:blipFill>
              <a:blip r:embed="rId13"/>
              <a:stretch>
                <a:fillRect/>
              </a:stretch>
            </p:blipFill>
            <p:spPr>
              <a:xfrm>
                <a:off x="5088393" y="5371903"/>
                <a:ext cx="1046071" cy="73197"/>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49" name="Ink 48">
                <a:extLst>
                  <a:ext uri="{FF2B5EF4-FFF2-40B4-BE49-F238E27FC236}">
                    <a16:creationId xmlns:a16="http://schemas.microsoft.com/office/drawing/2014/main" id="{E4D273E6-45C3-5D47-BFF0-CC32F4B5980C}"/>
                  </a:ext>
                </a:extLst>
              </p14:cNvPr>
              <p14:cNvContentPartPr/>
              <p14:nvPr/>
            </p14:nvContentPartPr>
            <p14:xfrm>
              <a:off x="6054857" y="4192389"/>
              <a:ext cx="50511" cy="1147856"/>
            </p14:xfrm>
          </p:contentPart>
        </mc:Choice>
        <mc:Fallback xmlns="">
          <p:pic>
            <p:nvPicPr>
              <p:cNvPr id="49" name="Ink 48">
                <a:extLst>
                  <a:ext uri="{FF2B5EF4-FFF2-40B4-BE49-F238E27FC236}">
                    <a16:creationId xmlns:a16="http://schemas.microsoft.com/office/drawing/2014/main" id="{E4D273E6-45C3-5D47-BFF0-CC32F4B5980C}"/>
                  </a:ext>
                </a:extLst>
              </p:cNvPr>
              <p:cNvPicPr/>
              <p:nvPr/>
            </p:nvPicPr>
            <p:blipFill>
              <a:blip r:embed="rId15"/>
              <a:stretch>
                <a:fillRect/>
              </a:stretch>
            </p:blipFill>
            <p:spPr>
              <a:xfrm>
                <a:off x="6037304" y="4174392"/>
                <a:ext cx="85976" cy="118349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0" name="Ink 49">
                <a:extLst>
                  <a:ext uri="{FF2B5EF4-FFF2-40B4-BE49-F238E27FC236}">
                    <a16:creationId xmlns:a16="http://schemas.microsoft.com/office/drawing/2014/main" id="{BEAA32B6-2F37-8438-4161-5F036B66596F}"/>
                  </a:ext>
                </a:extLst>
              </p14:cNvPr>
              <p14:cNvContentPartPr/>
              <p14:nvPr/>
            </p14:nvContentPartPr>
            <p14:xfrm>
              <a:off x="5979911" y="2329721"/>
              <a:ext cx="51125" cy="1696854"/>
            </p14:xfrm>
          </p:contentPart>
        </mc:Choice>
        <mc:Fallback xmlns="">
          <p:pic>
            <p:nvPicPr>
              <p:cNvPr id="50" name="Ink 49">
                <a:extLst>
                  <a:ext uri="{FF2B5EF4-FFF2-40B4-BE49-F238E27FC236}">
                    <a16:creationId xmlns:a16="http://schemas.microsoft.com/office/drawing/2014/main" id="{BEAA32B6-2F37-8438-4161-5F036B66596F}"/>
                  </a:ext>
                </a:extLst>
              </p:cNvPr>
              <p:cNvPicPr/>
              <p:nvPr/>
            </p:nvPicPr>
            <p:blipFill>
              <a:blip r:embed="rId17"/>
              <a:stretch>
                <a:fillRect/>
              </a:stretch>
            </p:blipFill>
            <p:spPr>
              <a:xfrm>
                <a:off x="5962393" y="2311723"/>
                <a:ext cx="86519" cy="173249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51" name="Ink 50">
                <a:extLst>
                  <a:ext uri="{FF2B5EF4-FFF2-40B4-BE49-F238E27FC236}">
                    <a16:creationId xmlns:a16="http://schemas.microsoft.com/office/drawing/2014/main" id="{FDABD699-24CF-1A2C-E3F0-6B3F7A5D0F94}"/>
                  </a:ext>
                </a:extLst>
              </p14:cNvPr>
              <p14:cNvContentPartPr/>
              <p14:nvPr/>
            </p14:nvContentPartPr>
            <p14:xfrm>
              <a:off x="6005434" y="2269743"/>
              <a:ext cx="523069" cy="47486"/>
            </p14:xfrm>
          </p:contentPart>
        </mc:Choice>
        <mc:Fallback xmlns="">
          <p:pic>
            <p:nvPicPr>
              <p:cNvPr id="51" name="Ink 50">
                <a:extLst>
                  <a:ext uri="{FF2B5EF4-FFF2-40B4-BE49-F238E27FC236}">
                    <a16:creationId xmlns:a16="http://schemas.microsoft.com/office/drawing/2014/main" id="{FDABD699-24CF-1A2C-E3F0-6B3F7A5D0F94}"/>
                  </a:ext>
                </a:extLst>
              </p:cNvPr>
              <p:cNvPicPr/>
              <p:nvPr/>
            </p:nvPicPr>
            <p:blipFill>
              <a:blip r:embed="rId19"/>
              <a:stretch>
                <a:fillRect/>
              </a:stretch>
            </p:blipFill>
            <p:spPr>
              <a:xfrm>
                <a:off x="5987447" y="2252248"/>
                <a:ext cx="558684" cy="82833"/>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52" name="Ink 51">
                <a:extLst>
                  <a:ext uri="{FF2B5EF4-FFF2-40B4-BE49-F238E27FC236}">
                    <a16:creationId xmlns:a16="http://schemas.microsoft.com/office/drawing/2014/main" id="{265BAB24-5617-A307-1457-C483D1709587}"/>
                  </a:ext>
                </a:extLst>
              </p14:cNvPr>
              <p14:cNvContentPartPr/>
              <p14:nvPr/>
            </p14:nvContentPartPr>
            <p14:xfrm>
              <a:off x="5967959" y="3753786"/>
              <a:ext cx="91430" cy="524764"/>
            </p14:xfrm>
          </p:contentPart>
        </mc:Choice>
        <mc:Fallback xmlns="">
          <p:pic>
            <p:nvPicPr>
              <p:cNvPr id="52" name="Ink 51">
                <a:extLst>
                  <a:ext uri="{FF2B5EF4-FFF2-40B4-BE49-F238E27FC236}">
                    <a16:creationId xmlns:a16="http://schemas.microsoft.com/office/drawing/2014/main" id="{265BAB24-5617-A307-1457-C483D1709587}"/>
                  </a:ext>
                </a:extLst>
              </p:cNvPr>
              <p:cNvPicPr/>
              <p:nvPr/>
            </p:nvPicPr>
            <p:blipFill>
              <a:blip r:embed="rId21"/>
              <a:stretch>
                <a:fillRect/>
              </a:stretch>
            </p:blipFill>
            <p:spPr>
              <a:xfrm>
                <a:off x="5950390" y="3735802"/>
                <a:ext cx="126926" cy="560372"/>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53" name="Ink 52">
                <a:extLst>
                  <a:ext uri="{FF2B5EF4-FFF2-40B4-BE49-F238E27FC236}">
                    <a16:creationId xmlns:a16="http://schemas.microsoft.com/office/drawing/2014/main" id="{3BBBAECC-9782-7340-42D4-92EC8FDA7E71}"/>
                  </a:ext>
                </a:extLst>
              </p14:cNvPr>
              <p14:cNvContentPartPr/>
              <p14:nvPr/>
            </p14:nvContentPartPr>
            <p14:xfrm>
              <a:off x="6005435" y="3778770"/>
              <a:ext cx="15614" cy="410841"/>
            </p14:xfrm>
          </p:contentPart>
        </mc:Choice>
        <mc:Fallback xmlns="">
          <p:pic>
            <p:nvPicPr>
              <p:cNvPr id="53" name="Ink 52">
                <a:extLst>
                  <a:ext uri="{FF2B5EF4-FFF2-40B4-BE49-F238E27FC236}">
                    <a16:creationId xmlns:a16="http://schemas.microsoft.com/office/drawing/2014/main" id="{3BBBAECC-9782-7340-42D4-92EC8FDA7E71}"/>
                  </a:ext>
                </a:extLst>
              </p:cNvPr>
              <p:cNvPicPr/>
              <p:nvPr/>
            </p:nvPicPr>
            <p:blipFill>
              <a:blip r:embed="rId23"/>
              <a:stretch>
                <a:fillRect/>
              </a:stretch>
            </p:blipFill>
            <p:spPr>
              <a:xfrm>
                <a:off x="5224735" y="3761142"/>
                <a:ext cx="1561400" cy="446457"/>
              </a:xfrm>
              <a:prstGeom prst="rect">
                <a:avLst/>
              </a:prstGeom>
            </p:spPr>
          </p:pic>
        </mc:Fallback>
      </mc:AlternateContent>
    </p:spTree>
    <p:extLst>
      <p:ext uri="{BB962C8B-B14F-4D97-AF65-F5344CB8AC3E}">
        <p14:creationId xmlns:p14="http://schemas.microsoft.com/office/powerpoint/2010/main" val="39116704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66690D-C453-F7C7-2D26-F43762B63247}"/>
              </a:ext>
            </a:extLst>
          </p:cNvPr>
          <p:cNvSpPr>
            <a:spLocks noGrp="1"/>
          </p:cNvSpPr>
          <p:nvPr>
            <p:ph type="title"/>
          </p:nvPr>
        </p:nvSpPr>
        <p:spPr>
          <a:xfrm>
            <a:off x="1371599" y="1010097"/>
            <a:ext cx="9486901" cy="516603"/>
          </a:xfrm>
        </p:spPr>
        <p:txBody>
          <a:bodyPr vert="horz" lIns="91440" tIns="45720" rIns="91440" bIns="45720" rtlCol="0" anchor="b">
            <a:normAutofit fontScale="90000"/>
          </a:bodyPr>
          <a:lstStyle/>
          <a:p>
            <a:pPr algn="ctr"/>
            <a:r>
              <a:rPr lang="en-US" cap="all" spc="300" dirty="0" err="1">
                <a:highlight>
                  <a:srgbClr val="C0C0C0"/>
                </a:highlight>
              </a:rPr>
              <a:t>Streamlit</a:t>
            </a:r>
            <a:r>
              <a:rPr lang="en-US" cap="all" spc="300" dirty="0">
                <a:highlight>
                  <a:srgbClr val="C0C0C0"/>
                </a:highlight>
              </a:rPr>
              <a:t> deployment</a:t>
            </a:r>
          </a:p>
        </p:txBody>
      </p:sp>
      <p:sp>
        <p:nvSpPr>
          <p:cNvPr id="4" name="Text Placeholder 3">
            <a:extLst>
              <a:ext uri="{FF2B5EF4-FFF2-40B4-BE49-F238E27FC236}">
                <a16:creationId xmlns:a16="http://schemas.microsoft.com/office/drawing/2014/main" id="{D828A7F9-90A4-EFCF-219E-2F05FB01EBE4}"/>
              </a:ext>
            </a:extLst>
          </p:cNvPr>
          <p:cNvSpPr>
            <a:spLocks noGrp="1"/>
          </p:cNvSpPr>
          <p:nvPr>
            <p:ph type="body" sz="half" idx="2"/>
          </p:nvPr>
        </p:nvSpPr>
        <p:spPr>
          <a:xfrm>
            <a:off x="1371600" y="1705515"/>
            <a:ext cx="9486901" cy="4041384"/>
          </a:xfrm>
        </p:spPr>
        <p:txBody>
          <a:bodyPr vert="horz" lIns="91440" tIns="45720" rIns="91440" bIns="45720" rtlCol="0">
            <a:normAutofit/>
          </a:bodyPr>
          <a:lstStyle/>
          <a:p>
            <a:pPr indent="-228600">
              <a:buFont typeface="Arial" panose="020B0604020202020204" pitchFamily="34" charset="0"/>
              <a:buChar char="•"/>
            </a:pPr>
            <a:endParaRPr lang="en-US" dirty="0"/>
          </a:p>
        </p:txBody>
      </p:sp>
      <p:pic>
        <p:nvPicPr>
          <p:cNvPr id="6" name="Picture 5" descr="A screenshot of a computer&#10;&#10;AI-generated content may be incorrect.">
            <a:extLst>
              <a:ext uri="{FF2B5EF4-FFF2-40B4-BE49-F238E27FC236}">
                <a16:creationId xmlns:a16="http://schemas.microsoft.com/office/drawing/2014/main" id="{960F14D9-F5D0-A630-7A6D-21FB7BDCA787}"/>
              </a:ext>
            </a:extLst>
          </p:cNvPr>
          <p:cNvPicPr>
            <a:picLocks noChangeAspect="1"/>
          </p:cNvPicPr>
          <p:nvPr/>
        </p:nvPicPr>
        <p:blipFill>
          <a:blip r:embed="rId2"/>
          <a:srcRect l="86" t="1299" r="9326" b="40000"/>
          <a:stretch>
            <a:fillRect/>
          </a:stretch>
        </p:blipFill>
        <p:spPr>
          <a:xfrm>
            <a:off x="1371600" y="1729663"/>
            <a:ext cx="9255701" cy="4072427"/>
          </a:xfrm>
          <a:prstGeom prst="rect">
            <a:avLst/>
          </a:prstGeom>
        </p:spPr>
      </p:pic>
    </p:spTree>
    <p:extLst>
      <p:ext uri="{BB962C8B-B14F-4D97-AF65-F5344CB8AC3E}">
        <p14:creationId xmlns:p14="http://schemas.microsoft.com/office/powerpoint/2010/main" val="663867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2B5D6F1A-3275-F13B-2480-10233AEA9C52}"/>
              </a:ext>
            </a:extLst>
          </p:cNvPr>
          <p:cNvSpPr>
            <a:spLocks noGrp="1"/>
          </p:cNvSpPr>
          <p:nvPr>
            <p:ph type="body" sz="half" idx="2"/>
          </p:nvPr>
        </p:nvSpPr>
        <p:spPr>
          <a:xfrm>
            <a:off x="1371600" y="972543"/>
            <a:ext cx="9682843" cy="4897727"/>
          </a:xfrm>
        </p:spPr>
        <p:txBody>
          <a:bodyPr vert="horz" lIns="91440" tIns="45720" rIns="91440" bIns="45720" rtlCol="0">
            <a:normAutofit/>
          </a:bodyPr>
          <a:lstStyle/>
          <a:p>
            <a:pPr indent="-228600">
              <a:buFont typeface="Arial" panose="020B0604020202020204" pitchFamily="34" charset="0"/>
              <a:buChar char="•"/>
            </a:pPr>
            <a:endParaRPr lang="en-US" dirty="0"/>
          </a:p>
        </p:txBody>
      </p:sp>
      <p:pic>
        <p:nvPicPr>
          <p:cNvPr id="5" name="Picture 4" descr="A screenshot of a computer&#10;&#10;AI-generated content may be incorrect.">
            <a:extLst>
              <a:ext uri="{FF2B5EF4-FFF2-40B4-BE49-F238E27FC236}">
                <a16:creationId xmlns:a16="http://schemas.microsoft.com/office/drawing/2014/main" id="{25E944EB-FB46-4450-5235-7B78E1A06189}"/>
              </a:ext>
            </a:extLst>
          </p:cNvPr>
          <p:cNvPicPr>
            <a:picLocks noChangeAspect="1"/>
          </p:cNvPicPr>
          <p:nvPr/>
        </p:nvPicPr>
        <p:blipFill>
          <a:blip r:embed="rId2"/>
          <a:srcRect r="44876" b="3658"/>
          <a:stretch>
            <a:fillRect/>
          </a:stretch>
        </p:blipFill>
        <p:spPr>
          <a:xfrm>
            <a:off x="1487715" y="1277212"/>
            <a:ext cx="3396345" cy="2859663"/>
          </a:xfrm>
          <a:prstGeom prst="rect">
            <a:avLst/>
          </a:prstGeom>
        </p:spPr>
      </p:pic>
      <p:pic>
        <p:nvPicPr>
          <p:cNvPr id="2" name="Picture 1" descr="A screenshot of a computer&#10;&#10;AI-generated content may be incorrect.">
            <a:extLst>
              <a:ext uri="{FF2B5EF4-FFF2-40B4-BE49-F238E27FC236}">
                <a16:creationId xmlns:a16="http://schemas.microsoft.com/office/drawing/2014/main" id="{32A93CDB-6E00-050E-EB67-F7A88A6059EE}"/>
              </a:ext>
            </a:extLst>
          </p:cNvPr>
          <p:cNvPicPr>
            <a:picLocks noChangeAspect="1"/>
          </p:cNvPicPr>
          <p:nvPr/>
        </p:nvPicPr>
        <p:blipFill>
          <a:blip r:embed="rId3"/>
          <a:stretch>
            <a:fillRect/>
          </a:stretch>
        </p:blipFill>
        <p:spPr>
          <a:xfrm>
            <a:off x="4027713" y="2366710"/>
            <a:ext cx="6741888" cy="3227664"/>
          </a:xfrm>
          <a:prstGeom prst="rect">
            <a:avLst/>
          </a:prstGeom>
        </p:spPr>
      </p:pic>
    </p:spTree>
    <p:extLst>
      <p:ext uri="{BB962C8B-B14F-4D97-AF65-F5344CB8AC3E}">
        <p14:creationId xmlns:p14="http://schemas.microsoft.com/office/powerpoint/2010/main" val="5053959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0EB4316-F346-44CD-C5BA-F68A85164274}"/>
              </a:ext>
            </a:extLst>
          </p:cNvPr>
          <p:cNvSpPr>
            <a:spLocks noGrp="1"/>
          </p:cNvSpPr>
          <p:nvPr>
            <p:ph type="body" sz="half" idx="2"/>
          </p:nvPr>
        </p:nvSpPr>
        <p:spPr>
          <a:xfrm>
            <a:off x="1371600" y="878200"/>
            <a:ext cx="9486901" cy="5173499"/>
          </a:xfrm>
        </p:spPr>
        <p:txBody>
          <a:bodyPr vert="horz" lIns="91440" tIns="45720" rIns="91440" bIns="45720" rtlCol="0">
            <a:normAutofit/>
          </a:bodyPr>
          <a:lstStyle/>
          <a:p>
            <a:pPr indent="-228600">
              <a:buFont typeface="Arial" panose="020B0604020202020204" pitchFamily="34" charset="0"/>
              <a:buChar char="•"/>
            </a:pPr>
            <a:endParaRPr lang="en-US" dirty="0"/>
          </a:p>
        </p:txBody>
      </p:sp>
      <p:pic>
        <p:nvPicPr>
          <p:cNvPr id="5" name="Picture 4" descr="A screenshot of a computer&#10;&#10;AI-generated content may be incorrect.">
            <a:extLst>
              <a:ext uri="{FF2B5EF4-FFF2-40B4-BE49-F238E27FC236}">
                <a16:creationId xmlns:a16="http://schemas.microsoft.com/office/drawing/2014/main" id="{4B718E10-CF44-EFD4-794E-F553DB719FBE}"/>
              </a:ext>
            </a:extLst>
          </p:cNvPr>
          <p:cNvPicPr>
            <a:picLocks noChangeAspect="1"/>
          </p:cNvPicPr>
          <p:nvPr/>
        </p:nvPicPr>
        <p:blipFill>
          <a:blip r:embed="rId2"/>
          <a:stretch>
            <a:fillRect/>
          </a:stretch>
        </p:blipFill>
        <p:spPr>
          <a:xfrm>
            <a:off x="1553029" y="1207939"/>
            <a:ext cx="9071428" cy="4405836"/>
          </a:xfrm>
          <a:prstGeom prst="rect">
            <a:avLst/>
          </a:prstGeom>
        </p:spPr>
      </p:pic>
    </p:spTree>
    <p:extLst>
      <p:ext uri="{BB962C8B-B14F-4D97-AF65-F5344CB8AC3E}">
        <p14:creationId xmlns:p14="http://schemas.microsoft.com/office/powerpoint/2010/main" val="1485067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4E572719-EB25-B4CA-4D54-0B9C2F25A649}"/>
              </a:ext>
            </a:extLst>
          </p:cNvPr>
          <p:cNvSpPr>
            <a:spLocks noGrp="1"/>
          </p:cNvSpPr>
          <p:nvPr>
            <p:ph type="body" sz="half" idx="2"/>
          </p:nvPr>
        </p:nvSpPr>
        <p:spPr>
          <a:xfrm>
            <a:off x="1371600" y="1030600"/>
            <a:ext cx="9486901" cy="4854184"/>
          </a:xfrm>
        </p:spPr>
        <p:txBody>
          <a:bodyPr vert="horz" lIns="91440" tIns="45720" rIns="91440" bIns="45720" rtlCol="0">
            <a:normAutofit/>
          </a:bodyPr>
          <a:lstStyle/>
          <a:p>
            <a:pPr indent="-228600">
              <a:buFont typeface="Arial" panose="020B0604020202020204" pitchFamily="34" charset="0"/>
              <a:buChar char="•"/>
            </a:pPr>
            <a:endParaRPr lang="en-US" dirty="0"/>
          </a:p>
        </p:txBody>
      </p:sp>
      <p:pic>
        <p:nvPicPr>
          <p:cNvPr id="5" name="Picture 4" descr="A screenshot of a computer&#10;&#10;AI-generated content may be incorrect.">
            <a:extLst>
              <a:ext uri="{FF2B5EF4-FFF2-40B4-BE49-F238E27FC236}">
                <a16:creationId xmlns:a16="http://schemas.microsoft.com/office/drawing/2014/main" id="{704D127C-455B-37C6-63E8-F20C8C981EDB}"/>
              </a:ext>
            </a:extLst>
          </p:cNvPr>
          <p:cNvPicPr>
            <a:picLocks noChangeAspect="1"/>
          </p:cNvPicPr>
          <p:nvPr/>
        </p:nvPicPr>
        <p:blipFill>
          <a:blip r:embed="rId2"/>
          <a:stretch>
            <a:fillRect/>
          </a:stretch>
        </p:blipFill>
        <p:spPr>
          <a:xfrm>
            <a:off x="1538513" y="1251212"/>
            <a:ext cx="9151259" cy="4406378"/>
          </a:xfrm>
          <a:prstGeom prst="rect">
            <a:avLst/>
          </a:prstGeom>
        </p:spPr>
      </p:pic>
    </p:spTree>
    <p:extLst>
      <p:ext uri="{BB962C8B-B14F-4D97-AF65-F5344CB8AC3E}">
        <p14:creationId xmlns:p14="http://schemas.microsoft.com/office/powerpoint/2010/main" val="1821353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search page&#10;&#10;AI-generated content may be incorrect.">
            <a:extLst>
              <a:ext uri="{FF2B5EF4-FFF2-40B4-BE49-F238E27FC236}">
                <a16:creationId xmlns:a16="http://schemas.microsoft.com/office/drawing/2014/main" id="{E301B572-C33A-D126-3B9E-B31DC4A21DD3}"/>
              </a:ext>
            </a:extLst>
          </p:cNvPr>
          <p:cNvPicPr>
            <a:picLocks noChangeAspect="1"/>
          </p:cNvPicPr>
          <p:nvPr/>
        </p:nvPicPr>
        <p:blipFill>
          <a:blip r:embed="rId2"/>
          <a:stretch>
            <a:fillRect/>
          </a:stretch>
        </p:blipFill>
        <p:spPr>
          <a:xfrm>
            <a:off x="1480457" y="1086044"/>
            <a:ext cx="9434286" cy="4780253"/>
          </a:xfrm>
          <a:prstGeom prst="rect">
            <a:avLst/>
          </a:prstGeom>
        </p:spPr>
      </p:pic>
    </p:spTree>
    <p:extLst>
      <p:ext uri="{BB962C8B-B14F-4D97-AF65-F5344CB8AC3E}">
        <p14:creationId xmlns:p14="http://schemas.microsoft.com/office/powerpoint/2010/main" val="9639760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594B23A8-7319-F000-724B-9A523AFCFAEF}"/>
              </a:ext>
            </a:extLst>
          </p:cNvPr>
          <p:cNvSpPr>
            <a:spLocks noGrp="1"/>
          </p:cNvSpPr>
          <p:nvPr>
            <p:ph type="body" sz="half" idx="2"/>
          </p:nvPr>
        </p:nvSpPr>
        <p:spPr>
          <a:xfrm>
            <a:off x="638628" y="682256"/>
            <a:ext cx="10873016" cy="5616185"/>
          </a:xfrm>
        </p:spPr>
        <p:txBody>
          <a:bodyPr vert="horz" lIns="91440" tIns="45720" rIns="91440" bIns="45720" rtlCol="0">
            <a:normAutofit/>
          </a:bodyPr>
          <a:lstStyle/>
          <a:p>
            <a:pPr indent="-228600">
              <a:buFont typeface="Arial" panose="020B0604020202020204" pitchFamily="34" charset="0"/>
              <a:buChar char="•"/>
            </a:pPr>
            <a:endParaRPr lang="en-US" dirty="0"/>
          </a:p>
        </p:txBody>
      </p:sp>
      <p:pic>
        <p:nvPicPr>
          <p:cNvPr id="6" name="Picture 5" descr="A screenshot of a search page&#10;&#10;AI-generated content may be incorrect.">
            <a:extLst>
              <a:ext uri="{FF2B5EF4-FFF2-40B4-BE49-F238E27FC236}">
                <a16:creationId xmlns:a16="http://schemas.microsoft.com/office/drawing/2014/main" id="{F9FBBEBD-8ECD-23DE-E2C1-42AB244E28E7}"/>
              </a:ext>
            </a:extLst>
          </p:cNvPr>
          <p:cNvPicPr>
            <a:picLocks noChangeAspect="1"/>
          </p:cNvPicPr>
          <p:nvPr/>
        </p:nvPicPr>
        <p:blipFill>
          <a:blip r:embed="rId2"/>
          <a:stretch>
            <a:fillRect/>
          </a:stretch>
        </p:blipFill>
        <p:spPr>
          <a:xfrm>
            <a:off x="696686" y="690992"/>
            <a:ext cx="6255660" cy="2819900"/>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4AA10FDE-7633-F005-F760-919F33D8420B}"/>
              </a:ext>
            </a:extLst>
          </p:cNvPr>
          <p:cNvPicPr>
            <a:picLocks noChangeAspect="1"/>
          </p:cNvPicPr>
          <p:nvPr/>
        </p:nvPicPr>
        <p:blipFill>
          <a:blip r:embed="rId3"/>
          <a:srcRect l="774" t="648" r="18036" b="11358"/>
          <a:stretch>
            <a:fillRect/>
          </a:stretch>
        </p:blipFill>
        <p:spPr>
          <a:xfrm>
            <a:off x="4891314" y="3106040"/>
            <a:ext cx="6458861" cy="3192118"/>
          </a:xfrm>
          <a:prstGeom prst="rect">
            <a:avLst/>
          </a:prstGeom>
        </p:spPr>
      </p:pic>
    </p:spTree>
    <p:extLst>
      <p:ext uri="{BB962C8B-B14F-4D97-AF65-F5344CB8AC3E}">
        <p14:creationId xmlns:p14="http://schemas.microsoft.com/office/powerpoint/2010/main" val="17152225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6529D774-907F-33F6-3AAA-C049FC0A91EE}"/>
              </a:ext>
            </a:extLst>
          </p:cNvPr>
          <p:cNvSpPr>
            <a:spLocks noGrp="1"/>
          </p:cNvSpPr>
          <p:nvPr>
            <p:ph type="body" sz="half" idx="2"/>
          </p:nvPr>
        </p:nvSpPr>
        <p:spPr>
          <a:xfrm>
            <a:off x="689429" y="907229"/>
            <a:ext cx="10800442" cy="5260583"/>
          </a:xfrm>
        </p:spPr>
        <p:txBody>
          <a:bodyPr vert="horz" lIns="91440" tIns="45720" rIns="91440" bIns="45720" rtlCol="0">
            <a:normAutofit/>
          </a:bodyPr>
          <a:lstStyle/>
          <a:p>
            <a:pPr indent="-228600">
              <a:buFont typeface="Arial" panose="020B0604020202020204" pitchFamily="34" charset="0"/>
              <a:buChar char="•"/>
            </a:pPr>
            <a:endParaRPr lang="en-US" dirty="0"/>
          </a:p>
        </p:txBody>
      </p:sp>
      <p:pic>
        <p:nvPicPr>
          <p:cNvPr id="6" name="Picture 5" descr="A screenshot of a computer&#10;&#10;AI-generated content may be incorrect.">
            <a:extLst>
              <a:ext uri="{FF2B5EF4-FFF2-40B4-BE49-F238E27FC236}">
                <a16:creationId xmlns:a16="http://schemas.microsoft.com/office/drawing/2014/main" id="{AF6E6661-7D07-08E1-CDF9-94ADDCC1C80E}"/>
              </a:ext>
            </a:extLst>
          </p:cNvPr>
          <p:cNvPicPr>
            <a:picLocks noChangeAspect="1"/>
          </p:cNvPicPr>
          <p:nvPr/>
        </p:nvPicPr>
        <p:blipFill>
          <a:blip r:embed="rId2"/>
          <a:srcRect t="8784" r="11562" b="-4099"/>
          <a:stretch>
            <a:fillRect/>
          </a:stretch>
        </p:blipFill>
        <p:spPr>
          <a:xfrm>
            <a:off x="841828" y="905044"/>
            <a:ext cx="5624289" cy="372563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D403DFDA-CC52-E94A-991C-CB5EF897D269}"/>
              </a:ext>
            </a:extLst>
          </p:cNvPr>
          <p:cNvPicPr>
            <a:picLocks noChangeAspect="1"/>
          </p:cNvPicPr>
          <p:nvPr/>
        </p:nvPicPr>
        <p:blipFill>
          <a:blip r:embed="rId3"/>
          <a:srcRect t="6150" r="12321" b="-1754"/>
          <a:stretch>
            <a:fillRect/>
          </a:stretch>
        </p:blipFill>
        <p:spPr>
          <a:xfrm>
            <a:off x="6466114" y="1923531"/>
            <a:ext cx="4782462" cy="3004550"/>
          </a:xfrm>
          <a:prstGeom prst="rect">
            <a:avLst/>
          </a:prstGeom>
        </p:spPr>
      </p:pic>
    </p:spTree>
    <p:extLst>
      <p:ext uri="{BB962C8B-B14F-4D97-AF65-F5344CB8AC3E}">
        <p14:creationId xmlns:p14="http://schemas.microsoft.com/office/powerpoint/2010/main" val="32147784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FF9146B-4CCD-4CDB-AB9C-458005307E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E1FEFA6-7D4F-4746-AE64-D4D52FE7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F8DA3CF-9D4B-403A-9AD4-BB177DAB6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 y="685800"/>
            <a:ext cx="10820400"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0044A6-A225-F83A-AF2D-D682246090CC}"/>
              </a:ext>
            </a:extLst>
          </p:cNvPr>
          <p:cNvSpPr>
            <a:spLocks noGrp="1"/>
          </p:cNvSpPr>
          <p:nvPr>
            <p:ph type="title"/>
          </p:nvPr>
        </p:nvSpPr>
        <p:spPr>
          <a:xfrm>
            <a:off x="1371599" y="1010097"/>
            <a:ext cx="9486901" cy="523860"/>
          </a:xfrm>
        </p:spPr>
        <p:txBody>
          <a:bodyPr vert="horz" lIns="91440" tIns="45720" rIns="91440" bIns="45720" rtlCol="0" anchor="b">
            <a:normAutofit fontScale="90000"/>
          </a:bodyPr>
          <a:lstStyle/>
          <a:p>
            <a:pPr algn="ctr"/>
            <a:r>
              <a:rPr lang="en-US" cap="all" spc="300" dirty="0">
                <a:highlight>
                  <a:srgbClr val="C0C0C0"/>
                </a:highlight>
              </a:rPr>
              <a:t>Challenges</a:t>
            </a:r>
            <a:r>
              <a:rPr lang="en-US" cap="all" spc="300">
                <a:highlight>
                  <a:srgbClr val="C0C0C0"/>
                </a:highlight>
              </a:rPr>
              <a:t> and conclusion</a:t>
            </a:r>
          </a:p>
        </p:txBody>
      </p:sp>
      <p:sp>
        <p:nvSpPr>
          <p:cNvPr id="4" name="Text Placeholder 3">
            <a:extLst>
              <a:ext uri="{FF2B5EF4-FFF2-40B4-BE49-F238E27FC236}">
                <a16:creationId xmlns:a16="http://schemas.microsoft.com/office/drawing/2014/main" id="{E4C6E70D-950E-3C6F-F1B0-B5178D6AF472}"/>
              </a:ext>
            </a:extLst>
          </p:cNvPr>
          <p:cNvSpPr>
            <a:spLocks noGrp="1"/>
          </p:cNvSpPr>
          <p:nvPr>
            <p:ph type="body" sz="half" idx="2"/>
          </p:nvPr>
        </p:nvSpPr>
        <p:spPr>
          <a:xfrm>
            <a:off x="841829" y="1712772"/>
            <a:ext cx="10502900" cy="4375212"/>
          </a:xfrm>
        </p:spPr>
        <p:txBody>
          <a:bodyPr vert="horz" lIns="91440" tIns="45720" rIns="91440" bIns="45720" rtlCol="0" anchor="t">
            <a:normAutofit lnSpcReduction="10000"/>
          </a:bodyPr>
          <a:lstStyle/>
          <a:p>
            <a:r>
              <a:rPr lang="en-US" sz="1400" b="1">
                <a:latin typeface="Aptos"/>
              </a:rPr>
              <a:t>Challenges</a:t>
            </a:r>
          </a:p>
          <a:p>
            <a:pPr>
              <a:buFont typeface="Arial" panose="020B0604020202020204" pitchFamily="34" charset="0"/>
              <a:buChar char="•"/>
            </a:pPr>
            <a:r>
              <a:rPr lang="en-US" sz="1400" b="1">
                <a:latin typeface="Aptos"/>
                <a:ea typeface="+mj-lt"/>
                <a:cs typeface="+mj-lt"/>
              </a:rPr>
              <a:t>Cold-Start Problem:</a:t>
            </a:r>
            <a:r>
              <a:rPr lang="en-US" sz="1400">
                <a:latin typeface="Aptos"/>
                <a:ea typeface="+mj-lt"/>
                <a:cs typeface="+mj-lt"/>
              </a:rPr>
              <a:t> New users or newly added courses have little or no interaction history, making it difficult to generate highly personalized recommendations. </a:t>
            </a:r>
            <a:endParaRPr lang="en-US" sz="1400">
              <a:latin typeface="Aptos"/>
            </a:endParaRPr>
          </a:p>
          <a:p>
            <a:pPr>
              <a:buFont typeface="Arial" panose="020B0604020202020204" pitchFamily="34" charset="0"/>
              <a:buChar char="•"/>
            </a:pPr>
            <a:r>
              <a:rPr lang="en-US" sz="1400" b="1">
                <a:latin typeface="Aptos"/>
                <a:ea typeface="+mj-lt"/>
                <a:cs typeface="+mj-lt"/>
              </a:rPr>
              <a:t>Data Sparsity:</a:t>
            </a:r>
            <a:r>
              <a:rPr lang="en-US" sz="1400">
                <a:latin typeface="Aptos"/>
                <a:ea typeface="+mj-lt"/>
                <a:cs typeface="+mj-lt"/>
              </a:rPr>
              <a:t> Many users rate or enroll in only a small number of courses, resulting in a sparse user–course interaction matrix. </a:t>
            </a:r>
            <a:endParaRPr lang="en-US" sz="1400">
              <a:latin typeface="Aptos"/>
            </a:endParaRPr>
          </a:p>
          <a:p>
            <a:pPr>
              <a:buFont typeface="Arial" panose="020B0604020202020204" pitchFamily="34" charset="0"/>
              <a:buChar char="•"/>
            </a:pPr>
            <a:r>
              <a:rPr lang="en-US" sz="1400" b="1">
                <a:latin typeface="Aptos"/>
                <a:ea typeface="+mj-lt"/>
                <a:cs typeface="+mj-lt"/>
              </a:rPr>
              <a:t>Scalability:</a:t>
            </a:r>
            <a:r>
              <a:rPr lang="en-US" sz="1400">
                <a:latin typeface="Aptos"/>
                <a:ea typeface="+mj-lt"/>
                <a:cs typeface="+mj-lt"/>
              </a:rPr>
              <a:t> As the number of users and courses grows, training and generating recommendations require more computational resources.</a:t>
            </a:r>
            <a:endParaRPr lang="en-US" sz="1400">
              <a:latin typeface="Aptos"/>
            </a:endParaRPr>
          </a:p>
          <a:p>
            <a:endParaRPr lang="en-US" sz="1800" dirty="0">
              <a:latin typeface="Aptos"/>
            </a:endParaRPr>
          </a:p>
          <a:p>
            <a:r>
              <a:rPr lang="en-US" sz="1800">
                <a:latin typeface="Aptos"/>
              </a:rPr>
              <a:t>Conclusion</a:t>
            </a:r>
            <a:endParaRPr lang="en-US"/>
          </a:p>
          <a:p>
            <a:pPr>
              <a:buFont typeface="Arial" panose="020B0604020202020204" pitchFamily="34" charset="0"/>
              <a:buChar char="•"/>
            </a:pPr>
            <a:r>
              <a:rPr lang="en-US" sz="1400">
                <a:latin typeface="Aptos"/>
                <a:ea typeface="+mj-lt"/>
                <a:cs typeface="+mj-lt"/>
              </a:rPr>
              <a:t>Developed a </a:t>
            </a:r>
            <a:r>
              <a:rPr lang="en-US" sz="1400" b="1">
                <a:latin typeface="Aptos"/>
                <a:ea typeface="+mj-lt"/>
                <a:cs typeface="+mj-lt"/>
              </a:rPr>
              <a:t>Hybrid Course Recommendation System</a:t>
            </a:r>
            <a:r>
              <a:rPr lang="en-US" sz="1400">
                <a:latin typeface="Aptos"/>
                <a:ea typeface="+mj-lt"/>
                <a:cs typeface="+mj-lt"/>
              </a:rPr>
              <a:t> using Content-Based and Collaborative Filtering. </a:t>
            </a:r>
            <a:endParaRPr lang="en-US">
              <a:latin typeface="Aptos"/>
            </a:endParaRPr>
          </a:p>
          <a:p>
            <a:pPr>
              <a:buFont typeface="Arial" panose="020B0604020202020204" pitchFamily="34" charset="0"/>
              <a:buChar char="•"/>
            </a:pPr>
            <a:r>
              <a:rPr lang="en-US" sz="1400">
                <a:latin typeface="Aptos"/>
                <a:ea typeface="+mj-lt"/>
                <a:cs typeface="+mj-lt"/>
              </a:rPr>
              <a:t>Generated personalized recommendations based on user preferences and course features. </a:t>
            </a:r>
            <a:endParaRPr lang="en-US">
              <a:latin typeface="Aptos"/>
            </a:endParaRPr>
          </a:p>
          <a:p>
            <a:pPr>
              <a:buFont typeface="Arial" panose="020B0604020202020204" pitchFamily="34" charset="0"/>
              <a:buChar char="•"/>
            </a:pPr>
            <a:r>
              <a:rPr lang="en-US" sz="1400">
                <a:latin typeface="Aptos"/>
                <a:ea typeface="+mj-lt"/>
                <a:cs typeface="+mj-lt"/>
              </a:rPr>
              <a:t>Improved recommendation accuracy and reduced the cold-start problem. </a:t>
            </a:r>
            <a:endParaRPr lang="en-US">
              <a:latin typeface="Aptos"/>
            </a:endParaRPr>
          </a:p>
          <a:p>
            <a:pPr>
              <a:buFont typeface="Arial" panose="020B0604020202020204" pitchFamily="34" charset="0"/>
              <a:buChar char="•"/>
            </a:pPr>
            <a:r>
              <a:rPr lang="en-US" sz="1400">
                <a:latin typeface="Aptos"/>
                <a:ea typeface="+mj-lt"/>
                <a:cs typeface="+mj-lt"/>
              </a:rPr>
              <a:t>Evaluated the model using </a:t>
            </a:r>
            <a:r>
              <a:rPr lang="en-US" sz="1400" b="1">
                <a:latin typeface="Aptos"/>
                <a:ea typeface="+mj-lt"/>
                <a:cs typeface="+mj-lt"/>
              </a:rPr>
              <a:t>RMSE</a:t>
            </a:r>
            <a:r>
              <a:rPr lang="en-US" sz="1400">
                <a:latin typeface="Aptos"/>
                <a:ea typeface="+mj-lt"/>
                <a:cs typeface="+mj-lt"/>
              </a:rPr>
              <a:t> and </a:t>
            </a:r>
            <a:r>
              <a:rPr lang="en-US" sz="1400" b="1">
                <a:latin typeface="Aptos"/>
                <a:ea typeface="+mj-lt"/>
                <a:cs typeface="+mj-lt"/>
              </a:rPr>
              <a:t>MAE</a:t>
            </a:r>
            <a:r>
              <a:rPr lang="en-US" sz="1400">
                <a:latin typeface="Aptos"/>
                <a:ea typeface="+mj-lt"/>
                <a:cs typeface="+mj-lt"/>
              </a:rPr>
              <a:t> to assess prediction performance. </a:t>
            </a:r>
            <a:endParaRPr lang="en-US">
              <a:latin typeface="Aptos"/>
            </a:endParaRPr>
          </a:p>
          <a:p>
            <a:pPr>
              <a:buFont typeface="Arial" panose="020B0604020202020204" pitchFamily="34" charset="0"/>
              <a:buChar char="•"/>
            </a:pPr>
            <a:r>
              <a:rPr lang="en-US" sz="1400" dirty="0">
                <a:latin typeface="Aptos"/>
                <a:ea typeface="+mj-lt"/>
                <a:cs typeface="+mj-lt"/>
              </a:rPr>
              <a:t>Successfully deployed the model using </a:t>
            </a:r>
            <a:r>
              <a:rPr lang="en-US" sz="1400" b="1" dirty="0" err="1">
                <a:latin typeface="Aptos"/>
                <a:ea typeface="+mj-lt"/>
                <a:cs typeface="+mj-lt"/>
              </a:rPr>
              <a:t>Streamlit</a:t>
            </a:r>
            <a:r>
              <a:rPr lang="en-US" sz="1400" dirty="0">
                <a:latin typeface="Aptos"/>
                <a:ea typeface="+mj-lt"/>
                <a:cs typeface="+mj-lt"/>
              </a:rPr>
              <a:t> for an interactive user experience. </a:t>
            </a:r>
            <a:endParaRPr lang="en-US" dirty="0">
              <a:latin typeface="Aptos"/>
            </a:endParaRPr>
          </a:p>
          <a:p>
            <a:pPr>
              <a:buFont typeface="Arial" panose="020B0604020202020204" pitchFamily="34" charset="0"/>
              <a:buChar char="•"/>
            </a:pPr>
            <a:r>
              <a:rPr lang="en-US" sz="1400">
                <a:latin typeface="Aptos"/>
                <a:ea typeface="+mj-lt"/>
                <a:cs typeface="+mj-lt"/>
              </a:rPr>
              <a:t>The system enables learners to find suitable courses quickly and supports better learning decisions. </a:t>
            </a:r>
            <a:endParaRPr lang="en-US">
              <a:latin typeface="Aptos"/>
            </a:endParaRPr>
          </a:p>
          <a:p>
            <a:pPr>
              <a:buFont typeface="Arial" panose="020B0604020202020204" pitchFamily="34" charset="0"/>
              <a:buChar char="•"/>
            </a:pPr>
            <a:endParaRPr lang="en-US" sz="1400" dirty="0">
              <a:latin typeface="Aptos"/>
            </a:endParaRPr>
          </a:p>
          <a:p>
            <a:pPr indent="-228600">
              <a:buFont typeface="Arial" panose="020B0604020202020204" pitchFamily="34" charset="0"/>
              <a:buChar char="•"/>
            </a:pPr>
            <a:endParaRPr lang="en-US" dirty="0"/>
          </a:p>
        </p:txBody>
      </p:sp>
    </p:spTree>
    <p:extLst>
      <p:ext uri="{BB962C8B-B14F-4D97-AF65-F5344CB8AC3E}">
        <p14:creationId xmlns:p14="http://schemas.microsoft.com/office/powerpoint/2010/main" val="3218253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99485AE2-6BE9-4DCA-A6C4-83F4EEFCC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65BA7CAF-5EE9-4EEE-9E12-B2CECCB94D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4" name="Rectangle 33">
            <a:extLst>
              <a:ext uri="{FF2B5EF4-FFF2-40B4-BE49-F238E27FC236}">
                <a16:creationId xmlns:a16="http://schemas.microsoft.com/office/drawing/2014/main" id="{EC199F73-795E-469A-AF4B-13FA2C7AB7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799" y="684431"/>
            <a:ext cx="10820401" cy="5486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52C62230-82D0-7AE4-2D94-2D6E0EC09D56}"/>
              </a:ext>
            </a:extLst>
          </p:cNvPr>
          <p:cNvSpPr>
            <a:spLocks noGrp="1"/>
          </p:cNvSpPr>
          <p:nvPr>
            <p:ph type="title"/>
          </p:nvPr>
        </p:nvSpPr>
        <p:spPr>
          <a:xfrm>
            <a:off x="2057400" y="1371599"/>
            <a:ext cx="8115300" cy="2339633"/>
          </a:xfrm>
        </p:spPr>
        <p:txBody>
          <a:bodyPr vert="horz" lIns="91440" tIns="45720" rIns="91440" bIns="45720" rtlCol="0" anchor="b">
            <a:normAutofit/>
          </a:bodyPr>
          <a:lstStyle/>
          <a:p>
            <a:pPr algn="ctr"/>
            <a:r>
              <a:rPr lang="en-US" sz="4000" kern="1200" cap="all" spc="300" baseline="0">
                <a:solidFill>
                  <a:schemeClr val="tx2"/>
                </a:solidFill>
                <a:latin typeface="+mj-lt"/>
                <a:ea typeface="+mj-ea"/>
                <a:cs typeface="+mj-cs"/>
              </a:rPr>
              <a:t>Thank you</a:t>
            </a:r>
          </a:p>
        </p:txBody>
      </p:sp>
    </p:spTree>
    <p:extLst>
      <p:ext uri="{BB962C8B-B14F-4D97-AF65-F5344CB8AC3E}">
        <p14:creationId xmlns:p14="http://schemas.microsoft.com/office/powerpoint/2010/main" val="294498478"/>
      </p:ext>
    </p:extLst>
  </p:cSld>
  <p:clrMapOvr>
    <a:masterClrMapping/>
  </p:clrMapOvr>
</p:sld>
</file>

<file path=ppt/theme/theme1.xml><?xml version="1.0" encoding="utf-8"?>
<a:theme xmlns:a="http://schemas.openxmlformats.org/drawingml/2006/main" name="ClassicFrameVTI">
  <a:themeElements>
    <a:clrScheme name="Custom 22">
      <a:dk1>
        <a:sysClr val="windowText" lastClr="000000"/>
      </a:dk1>
      <a:lt1>
        <a:sysClr val="window" lastClr="FFFFFF"/>
      </a:lt1>
      <a:dk2>
        <a:srgbClr val="293737"/>
      </a:dk2>
      <a:lt2>
        <a:srgbClr val="EEF2F0"/>
      </a:lt2>
      <a:accent1>
        <a:srgbClr val="749090"/>
      </a:accent1>
      <a:accent2>
        <a:srgbClr val="A5A5A5"/>
      </a:accent2>
      <a:accent3>
        <a:srgbClr val="91A39B"/>
      </a:accent3>
      <a:accent4>
        <a:srgbClr val="A9A698"/>
      </a:accent4>
      <a:accent5>
        <a:srgbClr val="A2A79A"/>
      </a:accent5>
      <a:accent6>
        <a:srgbClr val="897F65"/>
      </a:accent6>
      <a:hlink>
        <a:srgbClr val="92872F"/>
      </a:hlink>
      <a:folHlink>
        <a:srgbClr val="AB73A9"/>
      </a:folHlink>
    </a:clrScheme>
    <a:fontScheme name="Goudy and Gill Sans">
      <a:majorFont>
        <a:latin typeface="Goudy Old Style"/>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lassicFrameVTI" id="{4FA2A165-EC65-4FB0-B019-8C8876A1D8E3}" vid="{9D78F1F1-8226-42FD-A1A3-975EDF6D60F8}"/>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ClassicFrameVTI</vt:lpstr>
      <vt:lpstr>Online course recommendation</vt:lpstr>
      <vt:lpstr>PowerPoint Presentation</vt:lpstr>
      <vt:lpstr>introduction</vt:lpstr>
      <vt:lpstr>PROBLEM STATEMENT</vt:lpstr>
      <vt:lpstr>METHODOLOGY OVERVIEW</vt:lpstr>
      <vt:lpstr>DATA cOLLECTION</vt:lpstr>
      <vt:lpstr>Data cleaning</vt:lpstr>
      <vt:lpstr>PowerPoint Presentation</vt:lpstr>
      <vt:lpstr>Visualization</vt:lpstr>
      <vt:lpstr>PowerPoint Presentation</vt:lpstr>
      <vt:lpstr>PowerPoint Presentation</vt:lpstr>
      <vt:lpstr>Model building</vt:lpstr>
      <vt:lpstr>PowerPoint Presentation</vt:lpstr>
      <vt:lpstr>PowerPoint Presentation</vt:lpstr>
      <vt:lpstr>Model evaluation</vt:lpstr>
      <vt:lpstr>Model deployment architecture</vt:lpstr>
      <vt:lpstr>Streamlit deployment</vt:lpstr>
      <vt:lpstr>PowerPoint Presentation</vt:lpstr>
      <vt:lpstr>PowerPoint Presentation</vt:lpstr>
      <vt:lpstr>PowerPoint Presentation</vt:lpstr>
      <vt:lpstr>PowerPoint Presentation</vt:lpstr>
      <vt:lpstr>PowerPoint Presentation</vt:lpstr>
      <vt:lpstr>PowerPoint Presentation</vt:lpstr>
      <vt:lpstr>Challenges and 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1473</cp:revision>
  <dcterms:created xsi:type="dcterms:W3CDTF">2026-07-04T10:51:03Z</dcterms:created>
  <dcterms:modified xsi:type="dcterms:W3CDTF">2026-07-10T06:13:47Z</dcterms:modified>
</cp:coreProperties>
</file>